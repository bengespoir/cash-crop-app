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3" r:id="rId8"/>
    <p:sldId id="262" r:id="rId9"/>
    <p:sldId id="263" r:id="rId10"/>
    <p:sldId id="264" r:id="rId11"/>
    <p:sldId id="265" r:id="rId12"/>
    <p:sldId id="266" r:id="rId13"/>
    <p:sldId id="267" r:id="rId14"/>
    <p:sldId id="268" r:id="rId15"/>
    <p:sldId id="269" r:id="rId16"/>
    <p:sldId id="272" r:id="rId17"/>
    <p:sldId id="270"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73" d="100"/>
          <a:sy n="73" d="100"/>
        </p:scale>
        <p:origin x="40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DD149-E3E3-49E3-9EB7-E3E53597A9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DA7030-8EFB-4990-9A03-9C8055301D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2CCB0F-01F7-4921-B0A9-79A830E50432}"/>
              </a:ext>
            </a:extLst>
          </p:cNvPr>
          <p:cNvSpPr>
            <a:spLocks noGrp="1"/>
          </p:cNvSpPr>
          <p:nvPr>
            <p:ph type="dt" sz="half" idx="10"/>
          </p:nvPr>
        </p:nvSpPr>
        <p:spPr/>
        <p:txBody>
          <a:bodyPr/>
          <a:lstStyle/>
          <a:p>
            <a:fld id="{0C34D583-B20B-4D3E-9680-4DB2F937DB80}" type="datetimeFigureOut">
              <a:rPr lang="en-US" smtClean="0"/>
              <a:t>8/27/2023</a:t>
            </a:fld>
            <a:endParaRPr lang="en-US"/>
          </a:p>
        </p:txBody>
      </p:sp>
      <p:sp>
        <p:nvSpPr>
          <p:cNvPr id="5" name="Footer Placeholder 4">
            <a:extLst>
              <a:ext uri="{FF2B5EF4-FFF2-40B4-BE49-F238E27FC236}">
                <a16:creationId xmlns:a16="http://schemas.microsoft.com/office/drawing/2014/main" id="{6174D9A3-1D6B-4371-8B6E-742CF116EE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021D93-0E85-44A4-A43D-4749BEA29AC6}"/>
              </a:ext>
            </a:extLst>
          </p:cNvPr>
          <p:cNvSpPr>
            <a:spLocks noGrp="1"/>
          </p:cNvSpPr>
          <p:nvPr>
            <p:ph type="sldNum" sz="quarter" idx="12"/>
          </p:nvPr>
        </p:nvSpPr>
        <p:spPr/>
        <p:txBody>
          <a:bodyPr/>
          <a:lstStyle/>
          <a:p>
            <a:fld id="{99BF2948-677A-47D5-A080-BA6856142DFF}" type="slidenum">
              <a:rPr lang="en-US" smtClean="0"/>
              <a:t>‹#›</a:t>
            </a:fld>
            <a:endParaRPr lang="en-US"/>
          </a:p>
        </p:txBody>
      </p:sp>
    </p:spTree>
    <p:extLst>
      <p:ext uri="{BB962C8B-B14F-4D97-AF65-F5344CB8AC3E}">
        <p14:creationId xmlns:p14="http://schemas.microsoft.com/office/powerpoint/2010/main" val="792534891"/>
      </p:ext>
    </p:extLst>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88A6A-440A-48A4-B3FF-59AD57A6BD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5D49BC-3ABA-4EB1-B0D6-B7C13FCD6D8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06F4B9-2C20-4722-9F94-48D42DA0A18C}"/>
              </a:ext>
            </a:extLst>
          </p:cNvPr>
          <p:cNvSpPr>
            <a:spLocks noGrp="1"/>
          </p:cNvSpPr>
          <p:nvPr>
            <p:ph type="dt" sz="half" idx="10"/>
          </p:nvPr>
        </p:nvSpPr>
        <p:spPr/>
        <p:txBody>
          <a:bodyPr/>
          <a:lstStyle/>
          <a:p>
            <a:fld id="{0C34D583-B20B-4D3E-9680-4DB2F937DB80}" type="datetimeFigureOut">
              <a:rPr lang="en-US" smtClean="0"/>
              <a:t>8/27/2023</a:t>
            </a:fld>
            <a:endParaRPr lang="en-US"/>
          </a:p>
        </p:txBody>
      </p:sp>
      <p:sp>
        <p:nvSpPr>
          <p:cNvPr id="5" name="Footer Placeholder 4">
            <a:extLst>
              <a:ext uri="{FF2B5EF4-FFF2-40B4-BE49-F238E27FC236}">
                <a16:creationId xmlns:a16="http://schemas.microsoft.com/office/drawing/2014/main" id="{11645169-86F0-4453-9E5A-D896C44A2D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F0D8B9-01E7-4199-9ABF-DBF69ACCE9C9}"/>
              </a:ext>
            </a:extLst>
          </p:cNvPr>
          <p:cNvSpPr>
            <a:spLocks noGrp="1"/>
          </p:cNvSpPr>
          <p:nvPr>
            <p:ph type="sldNum" sz="quarter" idx="12"/>
          </p:nvPr>
        </p:nvSpPr>
        <p:spPr/>
        <p:txBody>
          <a:bodyPr/>
          <a:lstStyle/>
          <a:p>
            <a:fld id="{99BF2948-677A-47D5-A080-BA6856142DFF}" type="slidenum">
              <a:rPr lang="en-US" smtClean="0"/>
              <a:t>‹#›</a:t>
            </a:fld>
            <a:endParaRPr lang="en-US"/>
          </a:p>
        </p:txBody>
      </p:sp>
    </p:spTree>
    <p:extLst>
      <p:ext uri="{BB962C8B-B14F-4D97-AF65-F5344CB8AC3E}">
        <p14:creationId xmlns:p14="http://schemas.microsoft.com/office/powerpoint/2010/main" val="922282053"/>
      </p:ext>
    </p:extLst>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A2A9B-7AE4-4917-901A-22D5D5DE36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1DD392-A0BA-40A9-8BBF-ACAE1E237E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B996C5-6E79-49C1-9294-BD72ED7BF6FE}"/>
              </a:ext>
            </a:extLst>
          </p:cNvPr>
          <p:cNvSpPr>
            <a:spLocks noGrp="1"/>
          </p:cNvSpPr>
          <p:nvPr>
            <p:ph type="dt" sz="half" idx="10"/>
          </p:nvPr>
        </p:nvSpPr>
        <p:spPr/>
        <p:txBody>
          <a:bodyPr/>
          <a:lstStyle/>
          <a:p>
            <a:fld id="{0C34D583-B20B-4D3E-9680-4DB2F937DB80}" type="datetimeFigureOut">
              <a:rPr lang="en-US" smtClean="0"/>
              <a:t>8/27/2023</a:t>
            </a:fld>
            <a:endParaRPr lang="en-US"/>
          </a:p>
        </p:txBody>
      </p:sp>
      <p:sp>
        <p:nvSpPr>
          <p:cNvPr id="5" name="Footer Placeholder 4">
            <a:extLst>
              <a:ext uri="{FF2B5EF4-FFF2-40B4-BE49-F238E27FC236}">
                <a16:creationId xmlns:a16="http://schemas.microsoft.com/office/drawing/2014/main" id="{C4292AB9-8EEA-4D46-AE37-50A1F5444D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1833B3-5C54-4515-BE38-C6010FCF8289}"/>
              </a:ext>
            </a:extLst>
          </p:cNvPr>
          <p:cNvSpPr>
            <a:spLocks noGrp="1"/>
          </p:cNvSpPr>
          <p:nvPr>
            <p:ph type="sldNum" sz="quarter" idx="12"/>
          </p:nvPr>
        </p:nvSpPr>
        <p:spPr/>
        <p:txBody>
          <a:bodyPr/>
          <a:lstStyle/>
          <a:p>
            <a:fld id="{99BF2948-677A-47D5-A080-BA6856142DFF}" type="slidenum">
              <a:rPr lang="en-US" smtClean="0"/>
              <a:t>‹#›</a:t>
            </a:fld>
            <a:endParaRPr lang="en-US"/>
          </a:p>
        </p:txBody>
      </p:sp>
    </p:spTree>
    <p:extLst>
      <p:ext uri="{BB962C8B-B14F-4D97-AF65-F5344CB8AC3E}">
        <p14:creationId xmlns:p14="http://schemas.microsoft.com/office/powerpoint/2010/main" val="435426701"/>
      </p:ext>
    </p:extLst>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F19B6-021D-4AB0-B02F-F64B8A4276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148D94-1722-4F4F-BC08-77C27BE6D2E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22C31F-8B01-4208-AE0E-99CDC3217FD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2E52EC-21A0-4523-B095-E88C02BF6AD0}"/>
              </a:ext>
            </a:extLst>
          </p:cNvPr>
          <p:cNvSpPr>
            <a:spLocks noGrp="1"/>
          </p:cNvSpPr>
          <p:nvPr>
            <p:ph type="dt" sz="half" idx="10"/>
          </p:nvPr>
        </p:nvSpPr>
        <p:spPr/>
        <p:txBody>
          <a:bodyPr/>
          <a:lstStyle/>
          <a:p>
            <a:fld id="{0C34D583-B20B-4D3E-9680-4DB2F937DB80}" type="datetimeFigureOut">
              <a:rPr lang="en-US" smtClean="0"/>
              <a:t>8/27/2023</a:t>
            </a:fld>
            <a:endParaRPr lang="en-US"/>
          </a:p>
        </p:txBody>
      </p:sp>
      <p:sp>
        <p:nvSpPr>
          <p:cNvPr id="6" name="Footer Placeholder 5">
            <a:extLst>
              <a:ext uri="{FF2B5EF4-FFF2-40B4-BE49-F238E27FC236}">
                <a16:creationId xmlns:a16="http://schemas.microsoft.com/office/drawing/2014/main" id="{A7311940-BC21-404D-893B-6C2A914E19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1AFF98-E972-4D9B-9DAD-7F16BD79C359}"/>
              </a:ext>
            </a:extLst>
          </p:cNvPr>
          <p:cNvSpPr>
            <a:spLocks noGrp="1"/>
          </p:cNvSpPr>
          <p:nvPr>
            <p:ph type="sldNum" sz="quarter" idx="12"/>
          </p:nvPr>
        </p:nvSpPr>
        <p:spPr/>
        <p:txBody>
          <a:bodyPr/>
          <a:lstStyle/>
          <a:p>
            <a:fld id="{99BF2948-677A-47D5-A080-BA6856142DFF}" type="slidenum">
              <a:rPr lang="en-US" smtClean="0"/>
              <a:t>‹#›</a:t>
            </a:fld>
            <a:endParaRPr lang="en-US"/>
          </a:p>
        </p:txBody>
      </p:sp>
    </p:spTree>
    <p:extLst>
      <p:ext uri="{BB962C8B-B14F-4D97-AF65-F5344CB8AC3E}">
        <p14:creationId xmlns:p14="http://schemas.microsoft.com/office/powerpoint/2010/main" val="1178630371"/>
      </p:ext>
    </p:extLst>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0FFC4-969C-482F-84B1-0493894DE4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5587BA-1785-40B8-85A9-2767493F1D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68DABD3-970B-418B-942F-36665269F44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CEEA6D-2B80-4C2B-99B2-802F500CF8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B1F6144-531F-4455-9B0F-3B28AEE76EE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043F10-8371-4B6B-801E-DD700254794A}"/>
              </a:ext>
            </a:extLst>
          </p:cNvPr>
          <p:cNvSpPr>
            <a:spLocks noGrp="1"/>
          </p:cNvSpPr>
          <p:nvPr>
            <p:ph type="dt" sz="half" idx="10"/>
          </p:nvPr>
        </p:nvSpPr>
        <p:spPr/>
        <p:txBody>
          <a:bodyPr/>
          <a:lstStyle/>
          <a:p>
            <a:fld id="{0C34D583-B20B-4D3E-9680-4DB2F937DB80}" type="datetimeFigureOut">
              <a:rPr lang="en-US" smtClean="0"/>
              <a:t>8/27/2023</a:t>
            </a:fld>
            <a:endParaRPr lang="en-US"/>
          </a:p>
        </p:txBody>
      </p:sp>
      <p:sp>
        <p:nvSpPr>
          <p:cNvPr id="8" name="Footer Placeholder 7">
            <a:extLst>
              <a:ext uri="{FF2B5EF4-FFF2-40B4-BE49-F238E27FC236}">
                <a16:creationId xmlns:a16="http://schemas.microsoft.com/office/drawing/2014/main" id="{AB915C8A-7C2B-4327-A923-E8F2F5C67A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FB3AC0-81F8-49F7-89CD-5254EC1FBC75}"/>
              </a:ext>
            </a:extLst>
          </p:cNvPr>
          <p:cNvSpPr>
            <a:spLocks noGrp="1"/>
          </p:cNvSpPr>
          <p:nvPr>
            <p:ph type="sldNum" sz="quarter" idx="12"/>
          </p:nvPr>
        </p:nvSpPr>
        <p:spPr/>
        <p:txBody>
          <a:bodyPr/>
          <a:lstStyle/>
          <a:p>
            <a:fld id="{99BF2948-677A-47D5-A080-BA6856142DFF}" type="slidenum">
              <a:rPr lang="en-US" smtClean="0"/>
              <a:t>‹#›</a:t>
            </a:fld>
            <a:endParaRPr lang="en-US"/>
          </a:p>
        </p:txBody>
      </p:sp>
    </p:spTree>
    <p:extLst>
      <p:ext uri="{BB962C8B-B14F-4D97-AF65-F5344CB8AC3E}">
        <p14:creationId xmlns:p14="http://schemas.microsoft.com/office/powerpoint/2010/main" val="750067963"/>
      </p:ext>
    </p:extLst>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76D35-775B-4B97-8BA7-0F51C165CB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19D35D-247D-408D-A56E-5736F47666AA}"/>
              </a:ext>
            </a:extLst>
          </p:cNvPr>
          <p:cNvSpPr>
            <a:spLocks noGrp="1"/>
          </p:cNvSpPr>
          <p:nvPr>
            <p:ph type="dt" sz="half" idx="10"/>
          </p:nvPr>
        </p:nvSpPr>
        <p:spPr/>
        <p:txBody>
          <a:bodyPr/>
          <a:lstStyle/>
          <a:p>
            <a:fld id="{0C34D583-B20B-4D3E-9680-4DB2F937DB80}" type="datetimeFigureOut">
              <a:rPr lang="en-US" smtClean="0"/>
              <a:t>8/27/2023</a:t>
            </a:fld>
            <a:endParaRPr lang="en-US"/>
          </a:p>
        </p:txBody>
      </p:sp>
      <p:sp>
        <p:nvSpPr>
          <p:cNvPr id="4" name="Footer Placeholder 3">
            <a:extLst>
              <a:ext uri="{FF2B5EF4-FFF2-40B4-BE49-F238E27FC236}">
                <a16:creationId xmlns:a16="http://schemas.microsoft.com/office/drawing/2014/main" id="{3397FD9A-DDB8-4B5B-8E51-BFE932D8D5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42200C-6008-42DB-838D-F846AF064D56}"/>
              </a:ext>
            </a:extLst>
          </p:cNvPr>
          <p:cNvSpPr>
            <a:spLocks noGrp="1"/>
          </p:cNvSpPr>
          <p:nvPr>
            <p:ph type="sldNum" sz="quarter" idx="12"/>
          </p:nvPr>
        </p:nvSpPr>
        <p:spPr/>
        <p:txBody>
          <a:bodyPr/>
          <a:lstStyle/>
          <a:p>
            <a:fld id="{99BF2948-677A-47D5-A080-BA6856142DFF}" type="slidenum">
              <a:rPr lang="en-US" smtClean="0"/>
              <a:t>‹#›</a:t>
            </a:fld>
            <a:endParaRPr lang="en-US"/>
          </a:p>
        </p:txBody>
      </p:sp>
    </p:spTree>
    <p:extLst>
      <p:ext uri="{BB962C8B-B14F-4D97-AF65-F5344CB8AC3E}">
        <p14:creationId xmlns:p14="http://schemas.microsoft.com/office/powerpoint/2010/main" val="1168270336"/>
      </p:ext>
    </p:extLst>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F8F77-E34A-4397-83F9-80291A1AE2DB}"/>
              </a:ext>
            </a:extLst>
          </p:cNvPr>
          <p:cNvSpPr>
            <a:spLocks noGrp="1"/>
          </p:cNvSpPr>
          <p:nvPr>
            <p:ph type="dt" sz="half" idx="10"/>
          </p:nvPr>
        </p:nvSpPr>
        <p:spPr/>
        <p:txBody>
          <a:bodyPr/>
          <a:lstStyle/>
          <a:p>
            <a:fld id="{0C34D583-B20B-4D3E-9680-4DB2F937DB80}" type="datetimeFigureOut">
              <a:rPr lang="en-US" smtClean="0"/>
              <a:t>8/27/2023</a:t>
            </a:fld>
            <a:endParaRPr lang="en-US"/>
          </a:p>
        </p:txBody>
      </p:sp>
      <p:sp>
        <p:nvSpPr>
          <p:cNvPr id="3" name="Footer Placeholder 2">
            <a:extLst>
              <a:ext uri="{FF2B5EF4-FFF2-40B4-BE49-F238E27FC236}">
                <a16:creationId xmlns:a16="http://schemas.microsoft.com/office/drawing/2014/main" id="{B2519765-EFB9-4EAB-A0E4-DA9B67A2EA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725BEC-F494-495F-B5B6-21E0DE93CE52}"/>
              </a:ext>
            </a:extLst>
          </p:cNvPr>
          <p:cNvSpPr>
            <a:spLocks noGrp="1"/>
          </p:cNvSpPr>
          <p:nvPr>
            <p:ph type="sldNum" sz="quarter" idx="12"/>
          </p:nvPr>
        </p:nvSpPr>
        <p:spPr/>
        <p:txBody>
          <a:bodyPr/>
          <a:lstStyle/>
          <a:p>
            <a:fld id="{99BF2948-677A-47D5-A080-BA6856142DFF}" type="slidenum">
              <a:rPr lang="en-US" smtClean="0"/>
              <a:t>‹#›</a:t>
            </a:fld>
            <a:endParaRPr lang="en-US"/>
          </a:p>
        </p:txBody>
      </p:sp>
    </p:spTree>
    <p:extLst>
      <p:ext uri="{BB962C8B-B14F-4D97-AF65-F5344CB8AC3E}">
        <p14:creationId xmlns:p14="http://schemas.microsoft.com/office/powerpoint/2010/main" val="236817384"/>
      </p:ext>
    </p:extLst>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8BCFF-B146-43FD-B63C-F04CBA601E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B14281-1769-4842-92CF-22DC5454CC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05C82C-12BB-491E-9223-7D18C8DC15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72E05CF-BC67-4A6A-8307-43F288F04DF1}"/>
              </a:ext>
            </a:extLst>
          </p:cNvPr>
          <p:cNvSpPr>
            <a:spLocks noGrp="1"/>
          </p:cNvSpPr>
          <p:nvPr>
            <p:ph type="dt" sz="half" idx="10"/>
          </p:nvPr>
        </p:nvSpPr>
        <p:spPr/>
        <p:txBody>
          <a:bodyPr/>
          <a:lstStyle/>
          <a:p>
            <a:fld id="{0C34D583-B20B-4D3E-9680-4DB2F937DB80}" type="datetimeFigureOut">
              <a:rPr lang="en-US" smtClean="0"/>
              <a:t>8/27/2023</a:t>
            </a:fld>
            <a:endParaRPr lang="en-US"/>
          </a:p>
        </p:txBody>
      </p:sp>
      <p:sp>
        <p:nvSpPr>
          <p:cNvPr id="6" name="Footer Placeholder 5">
            <a:extLst>
              <a:ext uri="{FF2B5EF4-FFF2-40B4-BE49-F238E27FC236}">
                <a16:creationId xmlns:a16="http://schemas.microsoft.com/office/drawing/2014/main" id="{F52D4CE3-1A7F-41FC-BA19-CF31435164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C8767E-7E2D-4AC8-9318-BB6E890CA2EF}"/>
              </a:ext>
            </a:extLst>
          </p:cNvPr>
          <p:cNvSpPr>
            <a:spLocks noGrp="1"/>
          </p:cNvSpPr>
          <p:nvPr>
            <p:ph type="sldNum" sz="quarter" idx="12"/>
          </p:nvPr>
        </p:nvSpPr>
        <p:spPr/>
        <p:txBody>
          <a:bodyPr/>
          <a:lstStyle/>
          <a:p>
            <a:fld id="{99BF2948-677A-47D5-A080-BA6856142DFF}" type="slidenum">
              <a:rPr lang="en-US" smtClean="0"/>
              <a:t>‹#›</a:t>
            </a:fld>
            <a:endParaRPr lang="en-US"/>
          </a:p>
        </p:txBody>
      </p:sp>
    </p:spTree>
    <p:extLst>
      <p:ext uri="{BB962C8B-B14F-4D97-AF65-F5344CB8AC3E}">
        <p14:creationId xmlns:p14="http://schemas.microsoft.com/office/powerpoint/2010/main" val="2771372113"/>
      </p:ext>
    </p:extLst>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AA04E-12E0-43A7-BB8B-46FF5C61E7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3C64B0-EB61-4BCA-9511-7042E7734F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3437F4-B13C-4792-899F-0DD9C3458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06E83EE-231D-413F-9083-8229DF624D29}"/>
              </a:ext>
            </a:extLst>
          </p:cNvPr>
          <p:cNvSpPr>
            <a:spLocks noGrp="1"/>
          </p:cNvSpPr>
          <p:nvPr>
            <p:ph type="dt" sz="half" idx="10"/>
          </p:nvPr>
        </p:nvSpPr>
        <p:spPr/>
        <p:txBody>
          <a:bodyPr/>
          <a:lstStyle/>
          <a:p>
            <a:fld id="{0C34D583-B20B-4D3E-9680-4DB2F937DB80}" type="datetimeFigureOut">
              <a:rPr lang="en-US" smtClean="0"/>
              <a:t>8/27/2023</a:t>
            </a:fld>
            <a:endParaRPr lang="en-US"/>
          </a:p>
        </p:txBody>
      </p:sp>
      <p:sp>
        <p:nvSpPr>
          <p:cNvPr id="6" name="Footer Placeholder 5">
            <a:extLst>
              <a:ext uri="{FF2B5EF4-FFF2-40B4-BE49-F238E27FC236}">
                <a16:creationId xmlns:a16="http://schemas.microsoft.com/office/drawing/2014/main" id="{77F1CA32-C47A-4443-8800-55C8600612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520391-126C-4C39-9AC0-B6F46E961D4C}"/>
              </a:ext>
            </a:extLst>
          </p:cNvPr>
          <p:cNvSpPr>
            <a:spLocks noGrp="1"/>
          </p:cNvSpPr>
          <p:nvPr>
            <p:ph type="sldNum" sz="quarter" idx="12"/>
          </p:nvPr>
        </p:nvSpPr>
        <p:spPr/>
        <p:txBody>
          <a:bodyPr/>
          <a:lstStyle/>
          <a:p>
            <a:fld id="{99BF2948-677A-47D5-A080-BA6856142DFF}" type="slidenum">
              <a:rPr lang="en-US" smtClean="0"/>
              <a:t>‹#›</a:t>
            </a:fld>
            <a:endParaRPr lang="en-US"/>
          </a:p>
        </p:txBody>
      </p:sp>
    </p:spTree>
    <p:extLst>
      <p:ext uri="{BB962C8B-B14F-4D97-AF65-F5344CB8AC3E}">
        <p14:creationId xmlns:p14="http://schemas.microsoft.com/office/powerpoint/2010/main" val="2584746639"/>
      </p:ext>
    </p:extLst>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3659B-09CB-416C-9E76-834CAB85E5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11BD69-9E53-4015-BCDF-69174F26CA7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C27F43-2691-4F1A-BD22-CECE6354CD51}"/>
              </a:ext>
            </a:extLst>
          </p:cNvPr>
          <p:cNvSpPr>
            <a:spLocks noGrp="1"/>
          </p:cNvSpPr>
          <p:nvPr>
            <p:ph type="dt" sz="half" idx="10"/>
          </p:nvPr>
        </p:nvSpPr>
        <p:spPr/>
        <p:txBody>
          <a:bodyPr/>
          <a:lstStyle/>
          <a:p>
            <a:fld id="{0C34D583-B20B-4D3E-9680-4DB2F937DB80}" type="datetimeFigureOut">
              <a:rPr lang="en-US" smtClean="0"/>
              <a:t>8/27/2023</a:t>
            </a:fld>
            <a:endParaRPr lang="en-US"/>
          </a:p>
        </p:txBody>
      </p:sp>
      <p:sp>
        <p:nvSpPr>
          <p:cNvPr id="5" name="Footer Placeholder 4">
            <a:extLst>
              <a:ext uri="{FF2B5EF4-FFF2-40B4-BE49-F238E27FC236}">
                <a16:creationId xmlns:a16="http://schemas.microsoft.com/office/drawing/2014/main" id="{74551DE5-C21C-4EA8-80C4-39519063D4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662048-1311-4AAB-9183-2C3081D2BD90}"/>
              </a:ext>
            </a:extLst>
          </p:cNvPr>
          <p:cNvSpPr>
            <a:spLocks noGrp="1"/>
          </p:cNvSpPr>
          <p:nvPr>
            <p:ph type="sldNum" sz="quarter" idx="12"/>
          </p:nvPr>
        </p:nvSpPr>
        <p:spPr/>
        <p:txBody>
          <a:bodyPr/>
          <a:lstStyle/>
          <a:p>
            <a:fld id="{99BF2948-677A-47D5-A080-BA6856142DFF}" type="slidenum">
              <a:rPr lang="en-US" smtClean="0"/>
              <a:t>‹#›</a:t>
            </a:fld>
            <a:endParaRPr lang="en-US"/>
          </a:p>
        </p:txBody>
      </p:sp>
    </p:spTree>
    <p:extLst>
      <p:ext uri="{BB962C8B-B14F-4D97-AF65-F5344CB8AC3E}">
        <p14:creationId xmlns:p14="http://schemas.microsoft.com/office/powerpoint/2010/main" val="1671252793"/>
      </p:ext>
    </p:extLst>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632B6C-4FF2-4569-9844-05A8D8E2CA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A75E97-4932-4270-8BD4-6F221A90113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8A01D9-79D8-490D-9061-54469476B3D6}"/>
              </a:ext>
            </a:extLst>
          </p:cNvPr>
          <p:cNvSpPr>
            <a:spLocks noGrp="1"/>
          </p:cNvSpPr>
          <p:nvPr>
            <p:ph type="dt" sz="half" idx="10"/>
          </p:nvPr>
        </p:nvSpPr>
        <p:spPr/>
        <p:txBody>
          <a:bodyPr/>
          <a:lstStyle/>
          <a:p>
            <a:fld id="{0C34D583-B20B-4D3E-9680-4DB2F937DB80}" type="datetimeFigureOut">
              <a:rPr lang="en-US" smtClean="0"/>
              <a:t>8/27/2023</a:t>
            </a:fld>
            <a:endParaRPr lang="en-US"/>
          </a:p>
        </p:txBody>
      </p:sp>
      <p:sp>
        <p:nvSpPr>
          <p:cNvPr id="5" name="Footer Placeholder 4">
            <a:extLst>
              <a:ext uri="{FF2B5EF4-FFF2-40B4-BE49-F238E27FC236}">
                <a16:creationId xmlns:a16="http://schemas.microsoft.com/office/drawing/2014/main" id="{2728EB70-6380-432C-B441-6F1DBA2225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108285-BC7A-4A5A-B5B2-173EE4E9A857}"/>
              </a:ext>
            </a:extLst>
          </p:cNvPr>
          <p:cNvSpPr>
            <a:spLocks noGrp="1"/>
          </p:cNvSpPr>
          <p:nvPr>
            <p:ph type="sldNum" sz="quarter" idx="12"/>
          </p:nvPr>
        </p:nvSpPr>
        <p:spPr/>
        <p:txBody>
          <a:bodyPr/>
          <a:lstStyle/>
          <a:p>
            <a:fld id="{99BF2948-677A-47D5-A080-BA6856142DFF}" type="slidenum">
              <a:rPr lang="en-US" smtClean="0"/>
              <a:t>‹#›</a:t>
            </a:fld>
            <a:endParaRPr lang="en-US"/>
          </a:p>
        </p:txBody>
      </p:sp>
    </p:spTree>
    <p:extLst>
      <p:ext uri="{BB962C8B-B14F-4D97-AF65-F5344CB8AC3E}">
        <p14:creationId xmlns:p14="http://schemas.microsoft.com/office/powerpoint/2010/main" val="3485142219"/>
      </p:ext>
    </p:extLst>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FF2985-523A-4DCF-A03C-4816F1D4CD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DEBADA-393E-4AC3-92CD-C1DEBA3007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F3C6C0-EF9D-44CF-8A1A-8978D9DFA3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34D583-B20B-4D3E-9680-4DB2F937DB80}" type="datetimeFigureOut">
              <a:rPr lang="en-US" smtClean="0"/>
              <a:t>8/27/2023</a:t>
            </a:fld>
            <a:endParaRPr lang="en-US"/>
          </a:p>
        </p:txBody>
      </p:sp>
      <p:sp>
        <p:nvSpPr>
          <p:cNvPr id="5" name="Footer Placeholder 4">
            <a:extLst>
              <a:ext uri="{FF2B5EF4-FFF2-40B4-BE49-F238E27FC236}">
                <a16:creationId xmlns:a16="http://schemas.microsoft.com/office/drawing/2014/main" id="{A10FC47D-CE50-400C-B553-95087E079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E6990A0-BE0E-410D-852A-7CEB302712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BF2948-677A-47D5-A080-BA6856142DFF}" type="slidenum">
              <a:rPr lang="en-US" smtClean="0"/>
              <a:t>‹#›</a:t>
            </a:fld>
            <a:endParaRPr lang="en-US"/>
          </a:p>
        </p:txBody>
      </p:sp>
    </p:spTree>
    <p:extLst>
      <p:ext uri="{BB962C8B-B14F-4D97-AF65-F5344CB8AC3E}">
        <p14:creationId xmlns:p14="http://schemas.microsoft.com/office/powerpoint/2010/main" val="37487337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cover/>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725937-0BF9-40D3-9518-C2273B6E27CF}"/>
              </a:ext>
            </a:extLst>
          </p:cNvPr>
          <p:cNvSpPr/>
          <p:nvPr/>
        </p:nvSpPr>
        <p:spPr>
          <a:xfrm>
            <a:off x="0" y="0"/>
            <a:ext cx="12192000" cy="6858000"/>
          </a:xfrm>
          <a:prstGeom prst="rect">
            <a:avLst/>
          </a:prstGeom>
          <a:solidFill>
            <a:schemeClr val="dk1">
              <a:alpha val="16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EBE4DC-C926-4015-B847-2591EDB630E5}"/>
              </a:ext>
            </a:extLst>
          </p:cNvPr>
          <p:cNvSpPr>
            <a:spLocks noGrp="1"/>
          </p:cNvSpPr>
          <p:nvPr>
            <p:ph type="ctrTitle"/>
          </p:nvPr>
        </p:nvSpPr>
        <p:spPr>
          <a:xfrm>
            <a:off x="804530" y="4369980"/>
            <a:ext cx="10582940" cy="637954"/>
          </a:xfrm>
        </p:spPr>
        <p:txBody>
          <a:bodyPr>
            <a:noAutofit/>
          </a:bodyPr>
          <a:lstStyle/>
          <a:p>
            <a:br>
              <a:rPr lang="en-US" sz="5400" b="1" dirty="0">
                <a:solidFill>
                  <a:schemeClr val="accent5"/>
                </a:solidFill>
                <a:latin typeface="Times New Roman" panose="02020603050405020304" pitchFamily="18" charset="0"/>
                <a:cs typeface="Times New Roman" panose="02020603050405020304" pitchFamily="18" charset="0"/>
              </a:rPr>
            </a:br>
            <a:br>
              <a:rPr lang="en-US" sz="5400" b="1" dirty="0">
                <a:solidFill>
                  <a:schemeClr val="accent5"/>
                </a:solidFill>
                <a:latin typeface="Times New Roman" panose="02020603050405020304" pitchFamily="18" charset="0"/>
                <a:cs typeface="Times New Roman" panose="02020603050405020304" pitchFamily="18" charset="0"/>
              </a:rPr>
            </a:br>
            <a:br>
              <a:rPr lang="en-US" sz="5400" b="1" dirty="0">
                <a:solidFill>
                  <a:schemeClr val="accent5"/>
                </a:solidFill>
                <a:latin typeface="Times New Roman" panose="02020603050405020304" pitchFamily="18" charset="0"/>
                <a:cs typeface="Times New Roman" panose="02020603050405020304" pitchFamily="18" charset="0"/>
              </a:rPr>
            </a:br>
            <a:br>
              <a:rPr lang="en-US" sz="5400" b="1" dirty="0">
                <a:solidFill>
                  <a:schemeClr val="accent5"/>
                </a:solidFill>
                <a:latin typeface="Times New Roman" panose="02020603050405020304" pitchFamily="18" charset="0"/>
                <a:cs typeface="Times New Roman" panose="02020603050405020304" pitchFamily="18" charset="0"/>
              </a:rPr>
            </a:br>
            <a:br>
              <a:rPr lang="en-US" sz="5400" b="1" dirty="0">
                <a:solidFill>
                  <a:schemeClr val="accent5"/>
                </a:solidFill>
                <a:latin typeface="Times New Roman" panose="02020603050405020304" pitchFamily="18" charset="0"/>
                <a:cs typeface="Times New Roman" panose="02020603050405020304" pitchFamily="18" charset="0"/>
              </a:rPr>
            </a:br>
            <a:br>
              <a:rPr lang="en-US" sz="5400" b="1" dirty="0">
                <a:solidFill>
                  <a:schemeClr val="accent5"/>
                </a:solidFill>
                <a:latin typeface="Times New Roman" panose="02020603050405020304" pitchFamily="18" charset="0"/>
                <a:cs typeface="Times New Roman" panose="02020603050405020304" pitchFamily="18" charset="0"/>
              </a:rPr>
            </a:br>
            <a:br>
              <a:rPr lang="en-US" sz="5400" b="1" dirty="0">
                <a:solidFill>
                  <a:schemeClr val="accent5"/>
                </a:solidFill>
                <a:latin typeface="Times New Roman" panose="02020603050405020304" pitchFamily="18" charset="0"/>
                <a:cs typeface="Times New Roman" panose="02020603050405020304" pitchFamily="18" charset="0"/>
              </a:rPr>
            </a:br>
            <a:r>
              <a:rPr lang="en-US" b="1" dirty="0">
                <a:solidFill>
                  <a:schemeClr val="accent5"/>
                </a:solidFill>
                <a:latin typeface="Times New Roman" panose="02020603050405020304" pitchFamily="18" charset="0"/>
                <a:cs typeface="Times New Roman" panose="02020603050405020304" pitchFamily="18" charset="0"/>
              </a:rPr>
              <a:t>WELCOME TO THE  </a:t>
            </a:r>
            <a:br>
              <a:rPr lang="en-US" b="1" dirty="0">
                <a:solidFill>
                  <a:schemeClr val="accent5"/>
                </a:solidFill>
                <a:latin typeface="Times New Roman" panose="02020603050405020304" pitchFamily="18" charset="0"/>
                <a:cs typeface="Times New Roman" panose="02020603050405020304" pitchFamily="18" charset="0"/>
              </a:rPr>
            </a:br>
            <a:r>
              <a:rPr lang="en-US" b="1" dirty="0">
                <a:solidFill>
                  <a:schemeClr val="accent5"/>
                </a:solidFill>
                <a:latin typeface="Times New Roman" panose="02020603050405020304" pitchFamily="18" charset="0"/>
                <a:cs typeface="Times New Roman" panose="02020603050405020304" pitchFamily="18" charset="0"/>
              </a:rPr>
              <a:t>DEFENSE</a:t>
            </a:r>
            <a:br>
              <a:rPr lang="en-US" b="1" dirty="0">
                <a:solidFill>
                  <a:schemeClr val="accent5"/>
                </a:solidFill>
                <a:latin typeface="Times New Roman" panose="02020603050405020304" pitchFamily="18" charset="0"/>
                <a:cs typeface="Times New Roman" panose="02020603050405020304" pitchFamily="18" charset="0"/>
              </a:rPr>
            </a:br>
            <a:r>
              <a:rPr lang="en-US" b="1" dirty="0">
                <a:solidFill>
                  <a:schemeClr val="accent5"/>
                </a:solidFill>
                <a:latin typeface="Times New Roman" panose="02020603050405020304" pitchFamily="18" charset="0"/>
                <a:cs typeface="Times New Roman" panose="02020603050405020304" pitchFamily="18" charset="0"/>
              </a:rPr>
              <a:t>OF </a:t>
            </a:r>
            <a:br>
              <a:rPr lang="en-US" b="1" dirty="0">
                <a:solidFill>
                  <a:schemeClr val="accent5"/>
                </a:solidFill>
                <a:latin typeface="Times New Roman" panose="02020603050405020304" pitchFamily="18" charset="0"/>
                <a:cs typeface="Times New Roman" panose="02020603050405020304" pitchFamily="18" charset="0"/>
              </a:rPr>
            </a:br>
            <a:r>
              <a:rPr lang="en-US" b="1" dirty="0">
                <a:solidFill>
                  <a:schemeClr val="accent5"/>
                </a:solidFill>
                <a:latin typeface="Times New Roman" panose="02020603050405020304" pitchFamily="18" charset="0"/>
                <a:cs typeface="Times New Roman" panose="02020603050405020304" pitchFamily="18" charset="0"/>
              </a:rPr>
              <a:t>SOFTWARE ENGINEERING</a:t>
            </a:r>
            <a:br>
              <a:rPr lang="en-US" b="1" dirty="0">
                <a:solidFill>
                  <a:schemeClr val="accent5"/>
                </a:solidFill>
                <a:latin typeface="Times New Roman" panose="02020603050405020304" pitchFamily="18" charset="0"/>
                <a:cs typeface="Times New Roman" panose="02020603050405020304" pitchFamily="18" charset="0"/>
              </a:rPr>
            </a:br>
            <a:br>
              <a:rPr lang="en-US" b="1" dirty="0">
                <a:solidFill>
                  <a:schemeClr val="accent5"/>
                </a:solidFill>
                <a:latin typeface="Times New Roman" panose="02020603050405020304" pitchFamily="18" charset="0"/>
                <a:cs typeface="Times New Roman" panose="02020603050405020304" pitchFamily="18" charset="0"/>
              </a:rPr>
            </a:br>
            <a:r>
              <a:rPr lang="en-US" b="1" dirty="0">
                <a:solidFill>
                  <a:schemeClr val="accent5"/>
                </a:solidFill>
                <a:latin typeface="Times New Roman" panose="02020603050405020304" pitchFamily="18" charset="0"/>
                <a:cs typeface="Times New Roman" panose="02020603050405020304" pitchFamily="18" charset="0"/>
              </a:rPr>
              <a:t>CITEC-HITM</a:t>
            </a:r>
          </a:p>
        </p:txBody>
      </p:sp>
      <p:sp>
        <p:nvSpPr>
          <p:cNvPr id="3" name="Subtitle 2">
            <a:extLst>
              <a:ext uri="{FF2B5EF4-FFF2-40B4-BE49-F238E27FC236}">
                <a16:creationId xmlns:a16="http://schemas.microsoft.com/office/drawing/2014/main" id="{12B28A23-056D-4772-BC91-730FD2FAEBA6}"/>
              </a:ext>
            </a:extLst>
          </p:cNvPr>
          <p:cNvSpPr>
            <a:spLocks noGrp="1"/>
          </p:cNvSpPr>
          <p:nvPr>
            <p:ph type="subTitle" idx="1"/>
          </p:nvPr>
        </p:nvSpPr>
        <p:spPr>
          <a:xfrm>
            <a:off x="1704752" y="5613990"/>
            <a:ext cx="9144000" cy="637954"/>
          </a:xfrm>
        </p:spPr>
        <p:txBody>
          <a:bodyPr>
            <a:normAutofit/>
          </a:bodyPr>
          <a:lstStyle/>
          <a:p>
            <a:r>
              <a:rPr lang="en-US" sz="2800" b="1" dirty="0">
                <a:solidFill>
                  <a:srgbClr val="C00000"/>
                </a:solidFill>
                <a:latin typeface="Times New Roman" panose="02020603050405020304" pitchFamily="18" charset="0"/>
                <a:cs typeface="Times New Roman" panose="02020603050405020304" pitchFamily="18" charset="0"/>
              </a:rPr>
              <a:t>PLEASE, TURN OFF YOUR CELL PHONE’S SOUND!!!</a:t>
            </a:r>
          </a:p>
        </p:txBody>
      </p:sp>
    </p:spTree>
    <p:extLst>
      <p:ext uri="{BB962C8B-B14F-4D97-AF65-F5344CB8AC3E}">
        <p14:creationId xmlns:p14="http://schemas.microsoft.com/office/powerpoint/2010/main" val="65372835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D15B8-C8AB-462C-9B6C-5D866EC1B011}"/>
              </a:ext>
            </a:extLst>
          </p:cNvPr>
          <p:cNvSpPr>
            <a:spLocks noGrp="1"/>
          </p:cNvSpPr>
          <p:nvPr>
            <p:ph type="title"/>
          </p:nvPr>
        </p:nvSpPr>
        <p:spPr>
          <a:xfrm>
            <a:off x="147082" y="131208"/>
            <a:ext cx="3319131" cy="1389248"/>
          </a:xfrm>
        </p:spPr>
        <p:txBody>
          <a:bodyPr>
            <a:normAutofit/>
          </a:bodyPr>
          <a:lstStyle/>
          <a:p>
            <a:pPr algn="ctr"/>
            <a:r>
              <a:rPr lang="en-US" sz="1200" b="1" dirty="0">
                <a:latin typeface="Times New Roman" panose="02020603050405020304" pitchFamily="18" charset="0"/>
                <a:cs typeface="Times New Roman" panose="02020603050405020304" pitchFamily="18" charset="0"/>
              </a:rPr>
              <a:t>THE UNIVERSITY OF BAMENDA</a:t>
            </a:r>
            <a:br>
              <a:rPr lang="en-US" sz="1200" b="1" dirty="0">
                <a:latin typeface="Times New Roman" panose="02020603050405020304" pitchFamily="18" charset="0"/>
                <a:cs typeface="Times New Roman" panose="02020603050405020304" pitchFamily="18" charset="0"/>
              </a:rPr>
            </a:br>
            <a:br>
              <a:rPr lang="en-US" sz="1200" b="1"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Uba</a:t>
            </a:r>
            <a:br>
              <a:rPr lang="en-US" sz="1200" b="1" dirty="0">
                <a:latin typeface="Times New Roman" panose="02020603050405020304" pitchFamily="18" charset="0"/>
                <a:cs typeface="Times New Roman" panose="02020603050405020304" pitchFamily="18" charset="0"/>
              </a:rPr>
            </a:br>
            <a:br>
              <a:rPr lang="en-US" sz="1200" b="1"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L’UNIVERSITE DE BAMENDA</a:t>
            </a:r>
          </a:p>
        </p:txBody>
      </p:sp>
      <p:sp>
        <p:nvSpPr>
          <p:cNvPr id="5" name="TextBox 4">
            <a:extLst>
              <a:ext uri="{FF2B5EF4-FFF2-40B4-BE49-F238E27FC236}">
                <a16:creationId xmlns:a16="http://schemas.microsoft.com/office/drawing/2014/main" id="{16E5DD92-9A57-4D99-846A-D760B18AB116}"/>
              </a:ext>
            </a:extLst>
          </p:cNvPr>
          <p:cNvSpPr txBox="1"/>
          <p:nvPr/>
        </p:nvSpPr>
        <p:spPr>
          <a:xfrm>
            <a:off x="8725789" y="381216"/>
            <a:ext cx="3226977" cy="1015663"/>
          </a:xfrm>
          <a:prstGeom prst="rect">
            <a:avLst/>
          </a:prstGeom>
          <a:noFill/>
        </p:spPr>
        <p:txBody>
          <a:bodyPr wrap="square" rtlCol="0">
            <a:spAutoFit/>
          </a:bodyPr>
          <a:lstStyle/>
          <a:p>
            <a:pPr algn="ctr"/>
            <a:r>
              <a:rPr lang="en-US" sz="1200" b="1" dirty="0">
                <a:latin typeface="Times New Roman" panose="02020603050405020304" pitchFamily="18" charset="0"/>
                <a:cs typeface="Times New Roman" panose="02020603050405020304" pitchFamily="18" charset="0"/>
              </a:rPr>
              <a:t>CITEC HIGHER INSTITUTE OF TECHNOLOGY AND MANAGEMENT (CITEC-HITM)</a:t>
            </a:r>
          </a:p>
          <a:p>
            <a:pPr algn="ctr"/>
            <a:r>
              <a:rPr lang="en-US" sz="1200" b="1" dirty="0">
                <a:latin typeface="Times New Roman" panose="02020603050405020304" pitchFamily="18" charset="0"/>
                <a:cs typeface="Times New Roman" panose="02020603050405020304" pitchFamily="18" charset="0"/>
              </a:rPr>
              <a:t>INSTITUT SUPERIEUR DE TECHNOLOGIE ET DE GESTION</a:t>
            </a:r>
          </a:p>
        </p:txBody>
      </p:sp>
      <p:sp>
        <p:nvSpPr>
          <p:cNvPr id="11" name="TextBox 10">
            <a:extLst>
              <a:ext uri="{FF2B5EF4-FFF2-40B4-BE49-F238E27FC236}">
                <a16:creationId xmlns:a16="http://schemas.microsoft.com/office/drawing/2014/main" id="{188D02D4-6108-4D14-8F40-453E3F39C28B}"/>
              </a:ext>
            </a:extLst>
          </p:cNvPr>
          <p:cNvSpPr txBox="1"/>
          <p:nvPr/>
        </p:nvSpPr>
        <p:spPr>
          <a:xfrm>
            <a:off x="396197" y="1960592"/>
            <a:ext cx="2820900" cy="523220"/>
          </a:xfrm>
          <a:prstGeom prst="rect">
            <a:avLst/>
          </a:prstGeom>
          <a:noFill/>
        </p:spPr>
        <p:txBody>
          <a:bodyPr wrap="none" rtlCol="0">
            <a:spAutoFit/>
          </a:bodyPr>
          <a:lstStyle/>
          <a:p>
            <a:r>
              <a:rPr lang="en-US" sz="1400" b="1" dirty="0">
                <a:latin typeface="Times New Roman" panose="02020603050405020304" pitchFamily="18" charset="0"/>
                <a:cs typeface="Times New Roman" panose="02020603050405020304" pitchFamily="18" charset="0"/>
              </a:rPr>
              <a:t>DEPARTMENT OF COMPUTER</a:t>
            </a:r>
          </a:p>
          <a:p>
            <a:pPr algn="ctr"/>
            <a:r>
              <a:rPr lang="en-US" sz="1400" b="1" dirty="0">
                <a:latin typeface="Times New Roman" panose="02020603050405020304" pitchFamily="18" charset="0"/>
                <a:cs typeface="Times New Roman" panose="02020603050405020304" pitchFamily="18" charset="0"/>
              </a:rPr>
              <a:t> ENGINEERING</a:t>
            </a:r>
          </a:p>
        </p:txBody>
      </p:sp>
      <p:sp>
        <p:nvSpPr>
          <p:cNvPr id="12" name="TextBox 11">
            <a:extLst>
              <a:ext uri="{FF2B5EF4-FFF2-40B4-BE49-F238E27FC236}">
                <a16:creationId xmlns:a16="http://schemas.microsoft.com/office/drawing/2014/main" id="{8A667A50-A107-409F-A856-DEAD036B83B4}"/>
              </a:ext>
            </a:extLst>
          </p:cNvPr>
          <p:cNvSpPr txBox="1"/>
          <p:nvPr/>
        </p:nvSpPr>
        <p:spPr>
          <a:xfrm>
            <a:off x="8980575" y="1858598"/>
            <a:ext cx="3319129" cy="584775"/>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DEPARTEMENT DE GENIE </a:t>
            </a:r>
          </a:p>
          <a:p>
            <a:pPr algn="ctr"/>
            <a:r>
              <a:rPr lang="en-US" sz="1600" b="1" dirty="0">
                <a:latin typeface="Times New Roman" panose="02020603050405020304" pitchFamily="18" charset="0"/>
                <a:cs typeface="Times New Roman" panose="02020603050405020304" pitchFamily="18" charset="0"/>
              </a:rPr>
              <a:t>INFORMATIQUE</a:t>
            </a:r>
          </a:p>
        </p:txBody>
      </p:sp>
      <p:sp>
        <p:nvSpPr>
          <p:cNvPr id="13" name="Rectangle 12">
            <a:extLst>
              <a:ext uri="{FF2B5EF4-FFF2-40B4-BE49-F238E27FC236}">
                <a16:creationId xmlns:a16="http://schemas.microsoft.com/office/drawing/2014/main" id="{FBB051A5-1FAC-4207-AA91-7B11C29DF2ED}"/>
              </a:ext>
            </a:extLst>
          </p:cNvPr>
          <p:cNvSpPr/>
          <p:nvPr/>
        </p:nvSpPr>
        <p:spPr>
          <a:xfrm>
            <a:off x="21318" y="2457346"/>
            <a:ext cx="12170682" cy="4446374"/>
          </a:xfrm>
          <a:prstGeom prst="rect">
            <a:avLst/>
          </a:prstGeom>
          <a:solidFill>
            <a:schemeClr val="tx2">
              <a:alpha val="23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imes New Roman" panose="02020603050405020304" pitchFamily="18" charset="0"/>
                <a:cs typeface="Times New Roman" panose="02020603050405020304" pitchFamily="18" charset="0"/>
              </a:rPr>
              <a:t>A Project Submitted in partial Fulfilment of the Requirements for the Award of a Professional Bachelor’s Degree, in Software Engineering.</a:t>
            </a:r>
          </a:p>
        </p:txBody>
      </p:sp>
      <p:sp>
        <p:nvSpPr>
          <p:cNvPr id="14" name="Rectangle: Rounded Corners 13">
            <a:extLst>
              <a:ext uri="{FF2B5EF4-FFF2-40B4-BE49-F238E27FC236}">
                <a16:creationId xmlns:a16="http://schemas.microsoft.com/office/drawing/2014/main" id="{228B9D41-797F-4DDF-A498-BF5876F47FAE}"/>
              </a:ext>
            </a:extLst>
          </p:cNvPr>
          <p:cNvSpPr/>
          <p:nvPr/>
        </p:nvSpPr>
        <p:spPr>
          <a:xfrm>
            <a:off x="340242" y="2594344"/>
            <a:ext cx="11612524" cy="1486165"/>
          </a:xfrm>
          <a:prstGeom prst="roundRect">
            <a:avLst/>
          </a:prstGeom>
          <a:solidFill>
            <a:schemeClr val="accent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2">
                    <a:lumMod val="20000"/>
                    <a:lumOff val="80000"/>
                  </a:schemeClr>
                </a:solidFill>
                <a:latin typeface="Arial" panose="020B0604020202020204" pitchFamily="34" charset="0"/>
                <a:cs typeface="Arial" panose="020B0604020202020204" pitchFamily="34" charset="0"/>
              </a:rPr>
              <a:t>PERFORMANCE EVALUATION AND COMPARISON OF PROCESS SCHEDULING ALGORITHM IN OPERATING SYSTEMS, case of CAM-TRAV INTERNATIONAL CONSULTING-DOUALA, CAMEROON.</a:t>
            </a:r>
          </a:p>
        </p:txBody>
      </p:sp>
      <p:sp>
        <p:nvSpPr>
          <p:cNvPr id="15" name="Rectangle: Rounded Corners 14">
            <a:extLst>
              <a:ext uri="{FF2B5EF4-FFF2-40B4-BE49-F238E27FC236}">
                <a16:creationId xmlns:a16="http://schemas.microsoft.com/office/drawing/2014/main" id="{F657DE38-5DD0-43D0-B8E2-F2AC5D33D4CC}"/>
              </a:ext>
            </a:extLst>
          </p:cNvPr>
          <p:cNvSpPr/>
          <p:nvPr/>
        </p:nvSpPr>
        <p:spPr>
          <a:xfrm>
            <a:off x="394558" y="5328473"/>
            <a:ext cx="3430683" cy="12577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Presented By:</a:t>
            </a:r>
          </a:p>
          <a:p>
            <a:pPr algn="ctr"/>
            <a:r>
              <a:rPr lang="en-US" dirty="0">
                <a:latin typeface="Times New Roman" panose="02020603050405020304" pitchFamily="18" charset="0"/>
                <a:cs typeface="Times New Roman" panose="02020603050405020304" pitchFamily="18" charset="0"/>
              </a:rPr>
              <a:t>ABANJI DIEUDONNE</a:t>
            </a:r>
          </a:p>
        </p:txBody>
      </p:sp>
      <p:sp>
        <p:nvSpPr>
          <p:cNvPr id="16" name="Rectangle: Rounded Corners 15">
            <a:extLst>
              <a:ext uri="{FF2B5EF4-FFF2-40B4-BE49-F238E27FC236}">
                <a16:creationId xmlns:a16="http://schemas.microsoft.com/office/drawing/2014/main" id="{43ECD2E0-3E6D-4450-80F1-5DCAB901C784}"/>
              </a:ext>
            </a:extLst>
          </p:cNvPr>
          <p:cNvSpPr/>
          <p:nvPr/>
        </p:nvSpPr>
        <p:spPr>
          <a:xfrm>
            <a:off x="8366760" y="5328473"/>
            <a:ext cx="3586006" cy="12577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Supervised By:</a:t>
            </a:r>
          </a:p>
          <a:p>
            <a:r>
              <a:rPr lang="en-US" dirty="0">
                <a:latin typeface="Times New Roman" panose="02020603050405020304" pitchFamily="18" charset="0"/>
                <a:cs typeface="Times New Roman" panose="02020603050405020304" pitchFamily="18" charset="0"/>
              </a:rPr>
              <a:t>Mr. FONILECK KINGSLEY CHE</a:t>
            </a:r>
          </a:p>
        </p:txBody>
      </p:sp>
      <p:pic>
        <p:nvPicPr>
          <p:cNvPr id="4" name="Picture 3">
            <a:extLst>
              <a:ext uri="{FF2B5EF4-FFF2-40B4-BE49-F238E27FC236}">
                <a16:creationId xmlns:a16="http://schemas.microsoft.com/office/drawing/2014/main" id="{1FEA6FFC-9F81-4F37-AC70-69736D0D9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7919" y="192370"/>
            <a:ext cx="2309253" cy="1975439"/>
          </a:xfrm>
          <a:prstGeom prst="rect">
            <a:avLst/>
          </a:prstGeom>
        </p:spPr>
      </p:pic>
      <p:pic>
        <p:nvPicPr>
          <p:cNvPr id="17" name="Picture 16">
            <a:extLst>
              <a:ext uri="{FF2B5EF4-FFF2-40B4-BE49-F238E27FC236}">
                <a16:creationId xmlns:a16="http://schemas.microsoft.com/office/drawing/2014/main" id="{78453C5B-83CF-AE95-A76D-17348759D0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4796" y="168504"/>
            <a:ext cx="2125480" cy="1982481"/>
          </a:xfrm>
          <a:prstGeom prst="rect">
            <a:avLst/>
          </a:prstGeom>
        </p:spPr>
      </p:pic>
    </p:spTree>
    <p:extLst>
      <p:ext uri="{BB962C8B-B14F-4D97-AF65-F5344CB8AC3E}">
        <p14:creationId xmlns:p14="http://schemas.microsoft.com/office/powerpoint/2010/main" val="1325797018"/>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B1C205A-5362-4E3B-BEB8-EDF643EEF5EA}"/>
              </a:ext>
            </a:extLst>
          </p:cNvPr>
          <p:cNvSpPr/>
          <p:nvPr/>
        </p:nvSpPr>
        <p:spPr>
          <a:xfrm>
            <a:off x="0" y="0"/>
            <a:ext cx="12192000" cy="6858000"/>
          </a:xfrm>
          <a:prstGeom prst="rect">
            <a:avLst/>
          </a:prstGeom>
          <a:solidFill>
            <a:schemeClr val="accent1">
              <a:alpha val="4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4000" dirty="0">
                <a:solidFill>
                  <a:schemeClr val="tx1"/>
                </a:solidFill>
                <a:latin typeface="Times New Roman" panose="02020603050405020304" pitchFamily="18" charset="0"/>
                <a:cs typeface="Times New Roman" panose="02020603050405020304" pitchFamily="18" charset="0"/>
              </a:rPr>
              <a:t>INTRODUCTION.</a:t>
            </a:r>
          </a:p>
          <a:p>
            <a:pPr marL="285750" indent="-285750" algn="just">
              <a:buFont typeface="Wingdings" panose="05000000000000000000" pitchFamily="2" charset="2"/>
              <a:buChar char="Ø"/>
            </a:pPr>
            <a:r>
              <a:rPr lang="en-US" sz="4000" dirty="0">
                <a:solidFill>
                  <a:schemeClr val="tx1"/>
                </a:solidFill>
                <a:latin typeface="Times New Roman" panose="02020603050405020304" pitchFamily="18" charset="0"/>
                <a:cs typeface="Times New Roman" panose="02020603050405020304" pitchFamily="18" charset="0"/>
              </a:rPr>
              <a:t>PROBLEM STATEMENT.</a:t>
            </a:r>
          </a:p>
          <a:p>
            <a:pPr marL="285750" indent="-285750" algn="just">
              <a:buFont typeface="Wingdings" panose="05000000000000000000" pitchFamily="2" charset="2"/>
              <a:buChar char="Ø"/>
            </a:pPr>
            <a:r>
              <a:rPr lang="en-US" sz="4000" dirty="0">
                <a:solidFill>
                  <a:schemeClr val="tx1"/>
                </a:solidFill>
                <a:latin typeface="Times New Roman" panose="02020603050405020304" pitchFamily="18" charset="0"/>
                <a:cs typeface="Times New Roman" panose="02020603050405020304" pitchFamily="18" charset="0"/>
              </a:rPr>
              <a:t>PROPOSED SOLUTION.</a:t>
            </a:r>
          </a:p>
          <a:p>
            <a:pPr marL="285750" indent="-285750" algn="just">
              <a:buFont typeface="Wingdings" panose="05000000000000000000" pitchFamily="2" charset="2"/>
              <a:buChar char="Ø"/>
            </a:pPr>
            <a:r>
              <a:rPr lang="en-US" sz="4000" dirty="0">
                <a:solidFill>
                  <a:schemeClr val="tx1"/>
                </a:solidFill>
                <a:latin typeface="Times New Roman" panose="02020603050405020304" pitchFamily="18" charset="0"/>
                <a:cs typeface="Times New Roman" panose="02020603050405020304" pitchFamily="18" charset="0"/>
              </a:rPr>
              <a:t>MATERIAL USED.</a:t>
            </a:r>
          </a:p>
          <a:p>
            <a:pPr marL="285750" indent="-285750" algn="just">
              <a:buFont typeface="Wingdings" panose="05000000000000000000" pitchFamily="2" charset="2"/>
              <a:buChar char="Ø"/>
            </a:pPr>
            <a:r>
              <a:rPr lang="en-US" sz="4000" dirty="0">
                <a:solidFill>
                  <a:schemeClr val="tx1"/>
                </a:solidFill>
                <a:latin typeface="Times New Roman" panose="02020603050405020304" pitchFamily="18" charset="0"/>
                <a:cs typeface="Times New Roman" panose="02020603050405020304" pitchFamily="18" charset="0"/>
              </a:rPr>
              <a:t>METHODOLOGY.</a:t>
            </a:r>
          </a:p>
          <a:p>
            <a:pPr marL="285750" indent="-285750" algn="just">
              <a:buFont typeface="Wingdings" panose="05000000000000000000" pitchFamily="2" charset="2"/>
              <a:buChar char="Ø"/>
            </a:pPr>
            <a:r>
              <a:rPr lang="en-US" sz="4000" dirty="0">
                <a:solidFill>
                  <a:schemeClr val="tx1"/>
                </a:solidFill>
                <a:latin typeface="Times New Roman" panose="02020603050405020304" pitchFamily="18" charset="0"/>
                <a:cs typeface="Times New Roman" panose="02020603050405020304" pitchFamily="18" charset="0"/>
              </a:rPr>
              <a:t>RESULTS.</a:t>
            </a:r>
          </a:p>
          <a:p>
            <a:pPr marL="285750" indent="-285750" algn="just">
              <a:buFont typeface="Wingdings" panose="05000000000000000000" pitchFamily="2" charset="2"/>
              <a:buChar char="Ø"/>
            </a:pPr>
            <a:r>
              <a:rPr lang="en-US" sz="4000" dirty="0">
                <a:solidFill>
                  <a:schemeClr val="tx1"/>
                </a:solidFill>
                <a:latin typeface="Times New Roman" panose="02020603050405020304" pitchFamily="18" charset="0"/>
                <a:cs typeface="Times New Roman" panose="02020603050405020304" pitchFamily="18" charset="0"/>
              </a:rPr>
              <a:t>RECOMMENDATIONS.</a:t>
            </a:r>
          </a:p>
          <a:p>
            <a:pPr marL="285750" indent="-285750" algn="just">
              <a:buFont typeface="Wingdings" panose="05000000000000000000" pitchFamily="2" charset="2"/>
              <a:buChar char="Ø"/>
            </a:pPr>
            <a:r>
              <a:rPr lang="en-US" sz="4000" dirty="0">
                <a:solidFill>
                  <a:schemeClr val="tx1"/>
                </a:solidFill>
                <a:latin typeface="Times New Roman" panose="02020603050405020304" pitchFamily="18" charset="0"/>
                <a:cs typeface="Times New Roman" panose="02020603050405020304" pitchFamily="18" charset="0"/>
              </a:rPr>
              <a:t>FUTURE WORKS</a:t>
            </a:r>
          </a:p>
          <a:p>
            <a:pPr marL="285750" indent="-285750" algn="just">
              <a:buFont typeface="Wingdings" panose="05000000000000000000" pitchFamily="2" charset="2"/>
              <a:buChar char="Ø"/>
            </a:pPr>
            <a:r>
              <a:rPr lang="en-US" sz="4000" dirty="0">
                <a:solidFill>
                  <a:schemeClr val="tx1"/>
                </a:solidFill>
                <a:latin typeface="Times New Roman" panose="02020603050405020304" pitchFamily="18" charset="0"/>
                <a:cs typeface="Times New Roman" panose="02020603050405020304" pitchFamily="18" charset="0"/>
              </a:rPr>
              <a:t>CONCLUSION.</a:t>
            </a:r>
          </a:p>
        </p:txBody>
      </p:sp>
      <p:sp>
        <p:nvSpPr>
          <p:cNvPr id="5" name="Rectangle: Rounded Corners 4">
            <a:extLst>
              <a:ext uri="{FF2B5EF4-FFF2-40B4-BE49-F238E27FC236}">
                <a16:creationId xmlns:a16="http://schemas.microsoft.com/office/drawing/2014/main" id="{47B6FC05-D3E9-41A5-B13E-E3ABD3B1041E}"/>
              </a:ext>
            </a:extLst>
          </p:cNvPr>
          <p:cNvSpPr/>
          <p:nvPr/>
        </p:nvSpPr>
        <p:spPr>
          <a:xfrm>
            <a:off x="4486939" y="95694"/>
            <a:ext cx="2806995" cy="914400"/>
          </a:xfrm>
          <a:prstGeom prst="roundRect">
            <a:avLst/>
          </a:prstGeom>
          <a:solidFill>
            <a:schemeClr val="accent1">
              <a:alpha val="2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latin typeface="Times New Roman" panose="02020603050405020304" pitchFamily="18" charset="0"/>
                <a:cs typeface="Times New Roman" panose="02020603050405020304" pitchFamily="18" charset="0"/>
              </a:rPr>
              <a:t>PLAN</a:t>
            </a:r>
          </a:p>
        </p:txBody>
      </p:sp>
    </p:spTree>
    <p:extLst>
      <p:ext uri="{BB962C8B-B14F-4D97-AF65-F5344CB8AC3E}">
        <p14:creationId xmlns:p14="http://schemas.microsoft.com/office/powerpoint/2010/main" val="1825849476"/>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0E21-4AF6-4086-9151-56F71C010B29}"/>
              </a:ext>
            </a:extLst>
          </p:cNvPr>
          <p:cNvSpPr>
            <a:spLocks noGrp="1"/>
          </p:cNvSpPr>
          <p:nvPr>
            <p:ph type="title"/>
          </p:nvPr>
        </p:nvSpPr>
        <p:spPr>
          <a:xfrm>
            <a:off x="848833" y="365126"/>
            <a:ext cx="10515600" cy="379154"/>
          </a:xfrm>
        </p:spPr>
        <p:txBody>
          <a:bodyPr>
            <a:noAutofit/>
          </a:bodyPr>
          <a:lstStyle/>
          <a:p>
            <a:pPr algn="ctr"/>
            <a:r>
              <a:rPr lang="en-US" sz="4000" dirty="0">
                <a:latin typeface="Times New Roman" panose="02020603050405020304" pitchFamily="18" charset="0"/>
                <a:cs typeface="Times New Roman" panose="02020603050405020304" pitchFamily="18" charset="0"/>
              </a:rPr>
              <a:t>INTRODUCTION</a:t>
            </a:r>
          </a:p>
        </p:txBody>
      </p:sp>
      <p:sp>
        <p:nvSpPr>
          <p:cNvPr id="4" name="Rectangle 3">
            <a:extLst>
              <a:ext uri="{FF2B5EF4-FFF2-40B4-BE49-F238E27FC236}">
                <a16:creationId xmlns:a16="http://schemas.microsoft.com/office/drawing/2014/main" id="{48F9B8A7-01C3-42BA-8D70-EC1107F32014}"/>
              </a:ext>
            </a:extLst>
          </p:cNvPr>
          <p:cNvSpPr/>
          <p:nvPr/>
        </p:nvSpPr>
        <p:spPr>
          <a:xfrm>
            <a:off x="0" y="839972"/>
            <a:ext cx="12192000" cy="601802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Our utmost focus is on Process Scheduling in Operating Systems.</a:t>
            </a:r>
          </a:p>
          <a:p>
            <a:pPr algn="just"/>
            <a:endParaRPr lang="en-US" sz="3600" dirty="0">
              <a:latin typeface="Times New Roman" panose="02020603050405020304" pitchFamily="18" charset="0"/>
              <a:cs typeface="Times New Roman" panose="02020603050405020304" pitchFamily="18" charset="0"/>
            </a:endParaRPr>
          </a:p>
          <a:p>
            <a:pPr algn="just"/>
            <a:endParaRPr lang="en-US" sz="3600" dirty="0">
              <a:latin typeface="Times New Roman" panose="02020603050405020304" pitchFamily="18" charset="0"/>
              <a:cs typeface="Times New Roman" panose="02020603050405020304" pitchFamily="18" charset="0"/>
            </a:endParaRPr>
          </a:p>
          <a:p>
            <a:pPr algn="just"/>
            <a:endParaRPr lang="en-US" sz="3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The fundamental function is to be able identify which algorithm best works with a given task or process.</a:t>
            </a:r>
          </a:p>
        </p:txBody>
      </p:sp>
      <p:sp>
        <p:nvSpPr>
          <p:cNvPr id="5" name="Rectangle: Rounded Corners 4">
            <a:extLst>
              <a:ext uri="{FF2B5EF4-FFF2-40B4-BE49-F238E27FC236}">
                <a16:creationId xmlns:a16="http://schemas.microsoft.com/office/drawing/2014/main" id="{16FD986F-0BA3-4AB0-B0FC-B57437275A49}"/>
              </a:ext>
            </a:extLst>
          </p:cNvPr>
          <p:cNvSpPr/>
          <p:nvPr/>
        </p:nvSpPr>
        <p:spPr>
          <a:xfrm>
            <a:off x="4547235" y="839972"/>
            <a:ext cx="3097530" cy="914400"/>
          </a:xfrm>
          <a:prstGeom prst="round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New Roman" panose="02020603050405020304" pitchFamily="18" charset="0"/>
                <a:cs typeface="Times New Roman" panose="02020603050405020304" pitchFamily="18" charset="0"/>
              </a:rPr>
              <a:t>CONTEXT</a:t>
            </a:r>
          </a:p>
        </p:txBody>
      </p:sp>
    </p:spTree>
    <p:extLst>
      <p:ext uri="{BB962C8B-B14F-4D97-AF65-F5344CB8AC3E}">
        <p14:creationId xmlns:p14="http://schemas.microsoft.com/office/powerpoint/2010/main" val="603892670"/>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D94C1D-20FA-4142-A518-B82BBC183B08}"/>
              </a:ext>
            </a:extLst>
          </p:cNvPr>
          <p:cNvSpPr/>
          <p:nvPr/>
        </p:nvSpPr>
        <p:spPr>
          <a:xfrm>
            <a:off x="0" y="20574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Evaluate the performance of different Process Scheduling Algorithms under a variety of workloads</a:t>
            </a:r>
          </a:p>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Compare the performances of the FCFS, RR, SJF, PBS, in terms of their ability to minimize response time, maximize throughput and provide fair allocation of system resources.</a:t>
            </a:r>
          </a:p>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Seek to measure the quality of service, such as fairness, starvation avoidance, and predictability.</a:t>
            </a:r>
          </a:p>
          <a:p>
            <a:pPr algn="just"/>
            <a:endParaRPr lang="en-US" sz="2800" dirty="0">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3B8C78A5-A705-4712-BC45-F75561837625}"/>
              </a:ext>
            </a:extLst>
          </p:cNvPr>
          <p:cNvSpPr/>
          <p:nvPr/>
        </p:nvSpPr>
        <p:spPr>
          <a:xfrm>
            <a:off x="4400550" y="205740"/>
            <a:ext cx="3055620" cy="9144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3219718265"/>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7E5D9-AD09-4ED8-8360-757CE4D93726}"/>
              </a:ext>
            </a:extLst>
          </p:cNvPr>
          <p:cNvSpPr>
            <a:spLocks noGrp="1"/>
          </p:cNvSpPr>
          <p:nvPr>
            <p:ph type="title"/>
          </p:nvPr>
        </p:nvSpPr>
        <p:spPr>
          <a:xfrm>
            <a:off x="952500" y="400051"/>
            <a:ext cx="10515600" cy="365759"/>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PROBLEM STATEMENT</a:t>
            </a:r>
          </a:p>
        </p:txBody>
      </p:sp>
      <p:sp>
        <p:nvSpPr>
          <p:cNvPr id="4" name="Rectangle 3">
            <a:extLst>
              <a:ext uri="{FF2B5EF4-FFF2-40B4-BE49-F238E27FC236}">
                <a16:creationId xmlns:a16="http://schemas.microsoft.com/office/drawing/2014/main" id="{BB764897-BED2-430B-AA6D-FDFFBAE1E333}"/>
              </a:ext>
            </a:extLst>
          </p:cNvPr>
          <p:cNvSpPr/>
          <p:nvPr/>
        </p:nvSpPr>
        <p:spPr>
          <a:xfrm>
            <a:off x="0" y="765810"/>
            <a:ext cx="12192000" cy="6092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marR="0" indent="-342900">
              <a:lnSpc>
                <a:spcPct val="150000"/>
              </a:lnSpc>
              <a:spcBef>
                <a:spcPts val="0"/>
              </a:spcBef>
              <a:spcAft>
                <a:spcPts val="8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problem that this thesis will address is the need for a fair and efficient process scheduling algorithm for operating systems. </a:t>
            </a:r>
          </a:p>
          <a:p>
            <a:pPr marL="342900" marR="0" indent="-342900">
              <a:lnSpc>
                <a:spcPct val="150000"/>
              </a:lnSpc>
              <a:spcBef>
                <a:spcPts val="0"/>
              </a:spcBef>
              <a:spcAft>
                <a:spcPts val="800"/>
              </a:spcAft>
              <a:buFont typeface="Wingdings" panose="05000000000000000000" pitchFamily="2" charset="2"/>
              <a:buChar char="Ø"/>
            </a:pPr>
            <a:r>
              <a:rPr lang="en-US" dirty="0">
                <a:latin typeface="Times New Roman" panose="02020603050405020304" pitchFamily="18" charset="0"/>
                <a:ea typeface="Calibri" panose="020F0502020204030204" pitchFamily="34" charset="0"/>
                <a:cs typeface="Times New Roman" panose="02020603050405020304" pitchFamily="18" charset="0"/>
              </a:rPr>
              <a:t>As a result, what the computer  prioritizes is not what is a priority to the user.</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nSpc>
                <a:spcPct val="150000"/>
              </a:lnSpc>
              <a:spcBef>
                <a:spcPts val="0"/>
              </a:spcBef>
              <a:spcAft>
                <a:spcPts val="800"/>
              </a:spcAft>
              <a:buFont typeface="Wingdings" panose="05000000000000000000" pitchFamily="2" charset="2"/>
              <a:buChar char="Ø"/>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Current scheduling algorithms have different strengths and weaknesses, and there is no single algorithm that is best for all situations. This thesis will evaluate and compare the performance of different scheduling algorithms in order to identify the best algorithm for a specific application.</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4966628"/>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3DAB642-EE11-4560-AEC0-C05DCB4BE3FF}"/>
              </a:ext>
            </a:extLst>
          </p:cNvPr>
          <p:cNvSpPr/>
          <p:nvPr/>
        </p:nvSpPr>
        <p:spPr>
          <a:xfrm>
            <a:off x="0" y="765810"/>
            <a:ext cx="12192000" cy="6092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F3F4E06-0DD1-D18C-7DB3-42CD188DB54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7349" y="931816"/>
            <a:ext cx="10824754" cy="5599613"/>
          </a:xfrm>
          <a:prstGeom prst="rect">
            <a:avLst/>
          </a:prstGeom>
          <a:noFill/>
          <a:ln>
            <a:noFill/>
          </a:ln>
        </p:spPr>
      </p:pic>
      <p:sp>
        <p:nvSpPr>
          <p:cNvPr id="4" name="Title 1">
            <a:extLst>
              <a:ext uri="{FF2B5EF4-FFF2-40B4-BE49-F238E27FC236}">
                <a16:creationId xmlns:a16="http://schemas.microsoft.com/office/drawing/2014/main" id="{4B0945D4-AA65-9A9F-F3BF-3336FFF65293}"/>
              </a:ext>
            </a:extLst>
          </p:cNvPr>
          <p:cNvSpPr txBox="1">
            <a:spLocks/>
          </p:cNvSpPr>
          <p:nvPr/>
        </p:nvSpPr>
        <p:spPr>
          <a:xfrm>
            <a:off x="557349" y="144556"/>
            <a:ext cx="10515600" cy="3791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Times New Roman" panose="02020603050405020304" pitchFamily="18" charset="0"/>
                <a:cs typeface="Times New Roman" panose="02020603050405020304" pitchFamily="18" charset="0"/>
              </a:rPr>
              <a:t>PROCESS EXECUTION CYCLE</a:t>
            </a:r>
          </a:p>
        </p:txBody>
      </p:sp>
    </p:spTree>
    <p:extLst>
      <p:ext uri="{BB962C8B-B14F-4D97-AF65-F5344CB8AC3E}">
        <p14:creationId xmlns:p14="http://schemas.microsoft.com/office/powerpoint/2010/main" val="1494965001"/>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05A9-DAAF-4F23-84AA-E10309CA06D5}"/>
              </a:ext>
            </a:extLst>
          </p:cNvPr>
          <p:cNvSpPr>
            <a:spLocks noGrp="1"/>
          </p:cNvSpPr>
          <p:nvPr>
            <p:ph type="title"/>
          </p:nvPr>
        </p:nvSpPr>
        <p:spPr>
          <a:xfrm>
            <a:off x="838200" y="228600"/>
            <a:ext cx="10515600" cy="571500"/>
          </a:xfrm>
        </p:spPr>
        <p:txBody>
          <a:bodyPr>
            <a:noAutofit/>
          </a:bodyPr>
          <a:lstStyle/>
          <a:p>
            <a:pPr algn="ctr"/>
            <a:r>
              <a:rPr lang="en-US" sz="4000" dirty="0">
                <a:latin typeface="Times New Roman" panose="02020603050405020304" pitchFamily="18" charset="0"/>
                <a:cs typeface="Times New Roman" panose="02020603050405020304" pitchFamily="18" charset="0"/>
              </a:rPr>
              <a:t>PROPOSED SOLUTION</a:t>
            </a:r>
          </a:p>
        </p:txBody>
      </p:sp>
      <p:sp>
        <p:nvSpPr>
          <p:cNvPr id="4" name="Rectangle 3">
            <a:extLst>
              <a:ext uri="{FF2B5EF4-FFF2-40B4-BE49-F238E27FC236}">
                <a16:creationId xmlns:a16="http://schemas.microsoft.com/office/drawing/2014/main" id="{C406C6F7-9177-4B5D-BB7E-304FB57CEF16}"/>
              </a:ext>
            </a:extLst>
          </p:cNvPr>
          <p:cNvSpPr/>
          <p:nvPr/>
        </p:nvSpPr>
        <p:spPr>
          <a:xfrm>
            <a:off x="0" y="708660"/>
            <a:ext cx="12192000" cy="61493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Identify what kind of task a user will be carrying out, while designing an operating system for their computer.</a:t>
            </a:r>
          </a:p>
          <a:p>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Consider the Users’ Priority and not the Computer’s.</a:t>
            </a:r>
          </a:p>
          <a:p>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Use the Permission Scheduling Algorithm.</a:t>
            </a:r>
          </a:p>
        </p:txBody>
      </p:sp>
    </p:spTree>
    <p:extLst>
      <p:ext uri="{BB962C8B-B14F-4D97-AF65-F5344CB8AC3E}">
        <p14:creationId xmlns:p14="http://schemas.microsoft.com/office/powerpoint/2010/main" val="742535657"/>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F653-393D-4333-92AA-958AA03DCDFA}"/>
              </a:ext>
            </a:extLst>
          </p:cNvPr>
          <p:cNvSpPr>
            <a:spLocks noGrp="1"/>
          </p:cNvSpPr>
          <p:nvPr>
            <p:ph type="title"/>
          </p:nvPr>
        </p:nvSpPr>
        <p:spPr>
          <a:xfrm>
            <a:off x="838200" y="365125"/>
            <a:ext cx="10515600" cy="400685"/>
          </a:xfrm>
        </p:spPr>
        <p:txBody>
          <a:bodyPr>
            <a:noAutofit/>
          </a:bodyPr>
          <a:lstStyle/>
          <a:p>
            <a:pPr algn="ctr"/>
            <a:r>
              <a:rPr lang="en-US" sz="4000" dirty="0">
                <a:latin typeface="Times New Roman" panose="02020603050405020304" pitchFamily="18" charset="0"/>
                <a:cs typeface="Times New Roman" panose="02020603050405020304" pitchFamily="18" charset="0"/>
              </a:rPr>
              <a:t>MATERIAL USED</a:t>
            </a:r>
          </a:p>
        </p:txBody>
      </p:sp>
      <p:sp>
        <p:nvSpPr>
          <p:cNvPr id="4" name="Rectangle 3">
            <a:extLst>
              <a:ext uri="{FF2B5EF4-FFF2-40B4-BE49-F238E27FC236}">
                <a16:creationId xmlns:a16="http://schemas.microsoft.com/office/drawing/2014/main" id="{A2ABFCDC-F37C-4A02-9AC7-9F57D6281CE1}"/>
              </a:ext>
            </a:extLst>
          </p:cNvPr>
          <p:cNvSpPr/>
          <p:nvPr/>
        </p:nvSpPr>
        <p:spPr>
          <a:xfrm>
            <a:off x="0" y="765810"/>
            <a:ext cx="12192000" cy="6092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500" indent="-571500"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A Dell Laptop, with 32GB of RAM, 512 GB of SSD, with a 2.30 GHz Processor speed.</a:t>
            </a:r>
          </a:p>
          <a:p>
            <a:pPr algn="just"/>
            <a:endParaRPr lang="en-US" sz="4000" dirty="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Installed in it, was Windows 11 Professional Operating System.</a:t>
            </a:r>
          </a:p>
        </p:txBody>
      </p:sp>
    </p:spTree>
    <p:extLst>
      <p:ext uri="{BB962C8B-B14F-4D97-AF65-F5344CB8AC3E}">
        <p14:creationId xmlns:p14="http://schemas.microsoft.com/office/powerpoint/2010/main" val="3275176485"/>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0001E-73B6-4D27-93C7-1F1277EDA3DE}"/>
              </a:ext>
            </a:extLst>
          </p:cNvPr>
          <p:cNvSpPr>
            <a:spLocks noGrp="1"/>
          </p:cNvSpPr>
          <p:nvPr>
            <p:ph type="title"/>
          </p:nvPr>
        </p:nvSpPr>
        <p:spPr>
          <a:xfrm>
            <a:off x="838200" y="365125"/>
            <a:ext cx="10515600" cy="514985"/>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METHODOLOGY</a:t>
            </a:r>
          </a:p>
        </p:txBody>
      </p:sp>
      <p:sp>
        <p:nvSpPr>
          <p:cNvPr id="4" name="Rectangle 3">
            <a:extLst>
              <a:ext uri="{FF2B5EF4-FFF2-40B4-BE49-F238E27FC236}">
                <a16:creationId xmlns:a16="http://schemas.microsoft.com/office/drawing/2014/main" id="{60A30B0D-CE80-40FC-B651-7CCB12D6EF02}"/>
              </a:ext>
            </a:extLst>
          </p:cNvPr>
          <p:cNvSpPr/>
          <p:nvPr/>
        </p:nvSpPr>
        <p:spPr>
          <a:xfrm>
            <a:off x="0" y="880110"/>
            <a:ext cx="12192000" cy="59778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Visual Representation of an Occurrence.</a:t>
            </a:r>
          </a:p>
          <a:p>
            <a:pPr lvl="0"/>
            <a:endParaRPr lang="en-US" sz="3600" dirty="0">
              <a:latin typeface="Times New Roman" panose="02020603050405020304" pitchFamily="18" charset="0"/>
              <a:cs typeface="Times New Roman" panose="02020603050405020304" pitchFamily="18" charset="0"/>
            </a:endParaRPr>
          </a:p>
          <a:p>
            <a:pPr lvl="0"/>
            <a:endParaRPr lang="en-US" sz="36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Shows Processes and their  Progress.</a:t>
            </a:r>
          </a:p>
          <a:p>
            <a:pPr lvl="0"/>
            <a:endParaRPr lang="en-US" sz="36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Easy to Analysis, and Interpret.</a:t>
            </a:r>
          </a:p>
          <a:p>
            <a:pPr lvl="0"/>
            <a:endParaRPr lang="en-US" dirty="0"/>
          </a:p>
        </p:txBody>
      </p:sp>
      <p:sp>
        <p:nvSpPr>
          <p:cNvPr id="5" name="Rectangle: Rounded Corners 4">
            <a:extLst>
              <a:ext uri="{FF2B5EF4-FFF2-40B4-BE49-F238E27FC236}">
                <a16:creationId xmlns:a16="http://schemas.microsoft.com/office/drawing/2014/main" id="{5C9E00B7-36E7-4DF5-A33F-3B1103B539F5}"/>
              </a:ext>
            </a:extLst>
          </p:cNvPr>
          <p:cNvSpPr/>
          <p:nvPr/>
        </p:nvSpPr>
        <p:spPr>
          <a:xfrm>
            <a:off x="0" y="880110"/>
            <a:ext cx="5730240" cy="113157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Times New Roman" panose="02020603050405020304" pitchFamily="18" charset="0"/>
                <a:cs typeface="Times New Roman" panose="02020603050405020304" pitchFamily="18" charset="0"/>
              </a:rPr>
              <a:t>Henry Laurence Gantt’s Chart:</a:t>
            </a:r>
          </a:p>
        </p:txBody>
      </p:sp>
    </p:spTree>
    <p:extLst>
      <p:ext uri="{BB962C8B-B14F-4D97-AF65-F5344CB8AC3E}">
        <p14:creationId xmlns:p14="http://schemas.microsoft.com/office/powerpoint/2010/main" val="1211310892"/>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FAECE29-2802-46C9-9292-AA612729C636}"/>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1882029C-7FEA-4DAE-A2E8-6130AD0FE0E5}"/>
              </a:ext>
            </a:extLst>
          </p:cNvPr>
          <p:cNvSpPr/>
          <p:nvPr/>
        </p:nvSpPr>
        <p:spPr>
          <a:xfrm>
            <a:off x="3097530" y="102870"/>
            <a:ext cx="5017770" cy="9144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New Roman" panose="02020603050405020304" pitchFamily="18" charset="0"/>
                <a:cs typeface="Times New Roman" panose="02020603050405020304" pitchFamily="18" charset="0"/>
              </a:rPr>
              <a:t>RESULTS</a:t>
            </a:r>
          </a:p>
        </p:txBody>
      </p:sp>
      <p:pic>
        <p:nvPicPr>
          <p:cNvPr id="3" name="Picture 2">
            <a:extLst>
              <a:ext uri="{FF2B5EF4-FFF2-40B4-BE49-F238E27FC236}">
                <a16:creationId xmlns:a16="http://schemas.microsoft.com/office/drawing/2014/main" id="{253E20E1-6362-8B6B-1017-E283384589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443177"/>
            <a:ext cx="5808618" cy="5414823"/>
          </a:xfrm>
          <a:prstGeom prst="rect">
            <a:avLst/>
          </a:prstGeom>
        </p:spPr>
      </p:pic>
      <p:pic>
        <p:nvPicPr>
          <p:cNvPr id="5" name="Picture 4">
            <a:extLst>
              <a:ext uri="{FF2B5EF4-FFF2-40B4-BE49-F238E27FC236}">
                <a16:creationId xmlns:a16="http://schemas.microsoft.com/office/drawing/2014/main" id="{309BD32D-CEEE-04F8-45F4-9E3622EFA9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473055"/>
            <a:ext cx="6096000" cy="5384945"/>
          </a:xfrm>
          <a:prstGeom prst="rect">
            <a:avLst/>
          </a:prstGeom>
        </p:spPr>
      </p:pic>
    </p:spTree>
    <p:extLst>
      <p:ext uri="{BB962C8B-B14F-4D97-AF65-F5344CB8AC3E}">
        <p14:creationId xmlns:p14="http://schemas.microsoft.com/office/powerpoint/2010/main" val="165725874"/>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DF35708-6295-4B7B-B6D5-DE52E5AFB6FD}"/>
              </a:ext>
            </a:extLst>
          </p:cNvPr>
          <p:cNvSpPr/>
          <p:nvPr/>
        </p:nvSpPr>
        <p:spPr>
          <a:xfrm>
            <a:off x="-6096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5B2119FC-56D9-D85E-0795-DDD8BA8575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14697"/>
            <a:ext cx="6287589" cy="5743304"/>
          </a:xfrm>
          <a:prstGeom prst="rect">
            <a:avLst/>
          </a:prstGeom>
        </p:spPr>
      </p:pic>
      <p:pic>
        <p:nvPicPr>
          <p:cNvPr id="7" name="Picture 6">
            <a:extLst>
              <a:ext uri="{FF2B5EF4-FFF2-40B4-BE49-F238E27FC236}">
                <a16:creationId xmlns:a16="http://schemas.microsoft.com/office/drawing/2014/main" id="{6D59B9D3-C9C7-D6F5-CC6F-5024D3144D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5599" y="0"/>
            <a:ext cx="5746401" cy="6858000"/>
          </a:xfrm>
          <a:prstGeom prst="rect">
            <a:avLst/>
          </a:prstGeom>
        </p:spPr>
      </p:pic>
      <p:sp>
        <p:nvSpPr>
          <p:cNvPr id="8" name="TextBox 7">
            <a:extLst>
              <a:ext uri="{FF2B5EF4-FFF2-40B4-BE49-F238E27FC236}">
                <a16:creationId xmlns:a16="http://schemas.microsoft.com/office/drawing/2014/main" id="{928983F6-1944-D1D5-8967-98F70F017836}"/>
              </a:ext>
            </a:extLst>
          </p:cNvPr>
          <p:cNvSpPr txBox="1"/>
          <p:nvPr/>
        </p:nvSpPr>
        <p:spPr>
          <a:xfrm>
            <a:off x="60960" y="243840"/>
            <a:ext cx="4737462"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ROUND ROBINS SCHEDULING</a:t>
            </a:r>
          </a:p>
        </p:txBody>
      </p:sp>
    </p:spTree>
    <p:extLst>
      <p:ext uri="{BB962C8B-B14F-4D97-AF65-F5344CB8AC3E}">
        <p14:creationId xmlns:p14="http://schemas.microsoft.com/office/powerpoint/2010/main" val="2353360661"/>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C773B3-DB4A-4A9F-8D18-BCC559E97A8F}"/>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B94E29E-2D8D-408D-1077-DAF75B598B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9" y="1380361"/>
            <a:ext cx="6097082" cy="5477639"/>
          </a:xfrm>
          <a:prstGeom prst="rect">
            <a:avLst/>
          </a:prstGeom>
        </p:spPr>
      </p:pic>
      <p:pic>
        <p:nvPicPr>
          <p:cNvPr id="7" name="Picture 6">
            <a:extLst>
              <a:ext uri="{FF2B5EF4-FFF2-40B4-BE49-F238E27FC236}">
                <a16:creationId xmlns:a16="http://schemas.microsoft.com/office/drawing/2014/main" id="{80E13EFD-9790-407C-CD30-8ED5FB374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6627" y="1380361"/>
            <a:ext cx="5965771" cy="5477639"/>
          </a:xfrm>
          <a:prstGeom prst="rect">
            <a:avLst/>
          </a:prstGeom>
        </p:spPr>
      </p:pic>
      <p:sp>
        <p:nvSpPr>
          <p:cNvPr id="9" name="TextBox 8">
            <a:extLst>
              <a:ext uri="{FF2B5EF4-FFF2-40B4-BE49-F238E27FC236}">
                <a16:creationId xmlns:a16="http://schemas.microsoft.com/office/drawing/2014/main" id="{48528748-3D21-92AD-2F01-3B7063688EF3}"/>
              </a:ext>
            </a:extLst>
          </p:cNvPr>
          <p:cNvSpPr txBox="1"/>
          <p:nvPr/>
        </p:nvSpPr>
        <p:spPr>
          <a:xfrm>
            <a:off x="2577737" y="383177"/>
            <a:ext cx="7576457"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SHORTEST JOB FIRST SCHEDULING</a:t>
            </a:r>
          </a:p>
        </p:txBody>
      </p:sp>
    </p:spTree>
    <p:extLst>
      <p:ext uri="{BB962C8B-B14F-4D97-AF65-F5344CB8AC3E}">
        <p14:creationId xmlns:p14="http://schemas.microsoft.com/office/powerpoint/2010/main" val="4243105480"/>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8F188B0-8788-48E1-91D7-718A6BCEF240}"/>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C8978002-1C8A-4C06-9401-FBA40C7E366C}"/>
              </a:ext>
            </a:extLst>
          </p:cNvPr>
          <p:cNvSpPr/>
          <p:nvPr/>
        </p:nvSpPr>
        <p:spPr>
          <a:xfrm>
            <a:off x="3309257" y="296086"/>
            <a:ext cx="3866605" cy="38152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Priority Based Scheduling</a:t>
            </a:r>
            <a:r>
              <a:rPr lang="en-US" sz="2000" dirty="0">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D47B77A2-A0D6-BC65-D320-0003A7051F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0" y="914395"/>
            <a:ext cx="5605570" cy="5934903"/>
          </a:xfrm>
          <a:prstGeom prst="rect">
            <a:avLst/>
          </a:prstGeom>
        </p:spPr>
      </p:pic>
      <p:pic>
        <p:nvPicPr>
          <p:cNvPr id="8" name="Picture 7">
            <a:extLst>
              <a:ext uri="{FF2B5EF4-FFF2-40B4-BE49-F238E27FC236}">
                <a16:creationId xmlns:a16="http://schemas.microsoft.com/office/drawing/2014/main" id="{3BDEABA3-1571-A786-F031-E251259954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1548" y="923097"/>
            <a:ext cx="6477904" cy="5934903"/>
          </a:xfrm>
          <a:prstGeom prst="rect">
            <a:avLst/>
          </a:prstGeom>
        </p:spPr>
      </p:pic>
    </p:spTree>
    <p:extLst>
      <p:ext uri="{BB962C8B-B14F-4D97-AF65-F5344CB8AC3E}">
        <p14:creationId xmlns:p14="http://schemas.microsoft.com/office/powerpoint/2010/main" val="1108695036"/>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AA88D-1867-4774-AB4F-2998E300C004}"/>
              </a:ext>
            </a:extLst>
          </p:cNvPr>
          <p:cNvSpPr>
            <a:spLocks noGrp="1"/>
          </p:cNvSpPr>
          <p:nvPr>
            <p:ph type="title"/>
          </p:nvPr>
        </p:nvSpPr>
        <p:spPr>
          <a:xfrm>
            <a:off x="838200" y="365125"/>
            <a:ext cx="10515600" cy="480695"/>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RECOMMNEDATIONS</a:t>
            </a:r>
          </a:p>
        </p:txBody>
      </p:sp>
      <p:sp>
        <p:nvSpPr>
          <p:cNvPr id="4" name="Rectangle 3">
            <a:extLst>
              <a:ext uri="{FF2B5EF4-FFF2-40B4-BE49-F238E27FC236}">
                <a16:creationId xmlns:a16="http://schemas.microsoft.com/office/drawing/2014/main" id="{A102C4C9-384F-40C6-B8E9-1AB8471C3786}"/>
              </a:ext>
            </a:extLst>
          </p:cNvPr>
          <p:cNvSpPr/>
          <p:nvPr/>
        </p:nvSpPr>
        <p:spPr>
          <a:xfrm>
            <a:off x="0" y="845820"/>
            <a:ext cx="12192000" cy="60121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Switch from traditional Process algorithm, by implementing a user-centric algorithm.</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0DDC2FE-EE1B-F1D5-7015-A7E2D5F1C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01448"/>
            <a:ext cx="12192000" cy="4656552"/>
          </a:xfrm>
          <a:prstGeom prst="rect">
            <a:avLst/>
          </a:prstGeom>
        </p:spPr>
      </p:pic>
    </p:spTree>
    <p:extLst>
      <p:ext uri="{BB962C8B-B14F-4D97-AF65-F5344CB8AC3E}">
        <p14:creationId xmlns:p14="http://schemas.microsoft.com/office/powerpoint/2010/main" val="1428141765"/>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26F5B58-F439-446C-9E2E-195205D0C05C}"/>
              </a:ext>
            </a:extLst>
          </p:cNvPr>
          <p:cNvSpPr/>
          <p:nvPr/>
        </p:nvSpPr>
        <p:spPr>
          <a:xfrm>
            <a:off x="0" y="925830"/>
            <a:ext cx="12192000" cy="59321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0">
                <a:latin typeface="Times New Roman" panose="02020603050405020304" pitchFamily="18" charset="0"/>
                <a:cs typeface="Times New Roman" panose="02020603050405020304" pitchFamily="18" charset="0"/>
              </a:rPr>
              <a:t>This piece </a:t>
            </a:r>
            <a:r>
              <a:rPr lang="en-US" sz="8000" dirty="0">
                <a:latin typeface="Times New Roman" panose="02020603050405020304" pitchFamily="18" charset="0"/>
                <a:cs typeface="Times New Roman" panose="02020603050405020304" pitchFamily="18" charset="0"/>
              </a:rPr>
              <a:t>of work is open for further research , modifications, and updating</a:t>
            </a:r>
            <a:r>
              <a:rPr lang="en-US" sz="2800" dirty="0">
                <a:latin typeface="Times New Roman" panose="02020603050405020304" pitchFamily="18" charset="0"/>
                <a:cs typeface="Times New Roman" panose="02020603050405020304" pitchFamily="18" charset="0"/>
              </a:rPr>
              <a:t>.</a:t>
            </a:r>
          </a:p>
        </p:txBody>
      </p:sp>
      <p:sp>
        <p:nvSpPr>
          <p:cNvPr id="5" name="Title 1">
            <a:extLst>
              <a:ext uri="{FF2B5EF4-FFF2-40B4-BE49-F238E27FC236}">
                <a16:creationId xmlns:a16="http://schemas.microsoft.com/office/drawing/2014/main" id="{2B65F93B-675B-4703-8833-5565DCA80557}"/>
              </a:ext>
            </a:extLst>
          </p:cNvPr>
          <p:cNvSpPr>
            <a:spLocks noGrp="1"/>
          </p:cNvSpPr>
          <p:nvPr>
            <p:ph type="title"/>
          </p:nvPr>
        </p:nvSpPr>
        <p:spPr>
          <a:xfrm>
            <a:off x="838200" y="227965"/>
            <a:ext cx="10515600" cy="697865"/>
          </a:xfrm>
        </p:spPr>
        <p:txBody>
          <a:bodyPr>
            <a:normAutofit/>
          </a:bodyPr>
          <a:lstStyle/>
          <a:p>
            <a:pPr algn="ctr"/>
            <a:r>
              <a:rPr lang="en-US" sz="4000" dirty="0">
                <a:latin typeface="Times New Roman" panose="02020603050405020304" pitchFamily="18" charset="0"/>
                <a:cs typeface="Times New Roman" panose="02020603050405020304" pitchFamily="18" charset="0"/>
              </a:rPr>
              <a:t>Future Works</a:t>
            </a:r>
          </a:p>
        </p:txBody>
      </p:sp>
    </p:spTree>
    <p:extLst>
      <p:ext uri="{BB962C8B-B14F-4D97-AF65-F5344CB8AC3E}">
        <p14:creationId xmlns:p14="http://schemas.microsoft.com/office/powerpoint/2010/main" val="1277799776"/>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80AC7-825B-4348-926C-7DB4EDC46ED4}"/>
              </a:ext>
            </a:extLst>
          </p:cNvPr>
          <p:cNvSpPr>
            <a:spLocks noGrp="1"/>
          </p:cNvSpPr>
          <p:nvPr>
            <p:ph type="title"/>
          </p:nvPr>
        </p:nvSpPr>
        <p:spPr>
          <a:xfrm>
            <a:off x="838200" y="365125"/>
            <a:ext cx="10515600" cy="697865"/>
          </a:xfrm>
        </p:spPr>
        <p:txBody>
          <a:bodyPr>
            <a:normAutofit/>
          </a:bodyPr>
          <a:lstStyle/>
          <a:p>
            <a:pPr algn="ctr"/>
            <a:r>
              <a:rPr lang="en-US" sz="4000" dirty="0">
                <a:latin typeface="Times New Roman" panose="02020603050405020304" pitchFamily="18" charset="0"/>
                <a:cs typeface="Times New Roman" panose="02020603050405020304" pitchFamily="18" charset="0"/>
              </a:rPr>
              <a:t>CONCLUSION</a:t>
            </a:r>
          </a:p>
        </p:txBody>
      </p:sp>
      <p:sp>
        <p:nvSpPr>
          <p:cNvPr id="5" name="Rectangle 4">
            <a:extLst>
              <a:ext uri="{FF2B5EF4-FFF2-40B4-BE49-F238E27FC236}">
                <a16:creationId xmlns:a16="http://schemas.microsoft.com/office/drawing/2014/main" id="{D6B3B9A2-F63B-470B-8B46-1BD9511608E0}"/>
              </a:ext>
            </a:extLst>
          </p:cNvPr>
          <p:cNvSpPr/>
          <p:nvPr/>
        </p:nvSpPr>
        <p:spPr>
          <a:xfrm>
            <a:off x="0" y="925830"/>
            <a:ext cx="12192000" cy="59321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3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is no  best algorithm , but there are better algorithms for different purposes.</a:t>
            </a:r>
          </a:p>
          <a:p>
            <a:pPr marL="285750" indent="-285750">
              <a:lnSpc>
                <a:spcPct val="3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order to make an efficient use of the system resources, it is imperative to know what task works best with a chosen algorithm.</a:t>
            </a:r>
          </a:p>
          <a:p>
            <a:pPr marL="285750" indent="-285750">
              <a:lnSpc>
                <a:spcPct val="3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When users have a full control of how system resources should be use, they tend to get the best of the system. </a:t>
            </a:r>
          </a:p>
        </p:txBody>
      </p:sp>
    </p:spTree>
    <p:extLst>
      <p:ext uri="{BB962C8B-B14F-4D97-AF65-F5344CB8AC3E}">
        <p14:creationId xmlns:p14="http://schemas.microsoft.com/office/powerpoint/2010/main" val="313186232"/>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7DAA50-7E8A-4A8D-A362-3D924617F034}"/>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600" dirty="0">
                <a:solidFill>
                  <a:schemeClr val="bg2">
                    <a:lumMod val="90000"/>
                  </a:schemeClr>
                </a:solidFill>
                <a:latin typeface="Times New Roman" panose="02020603050405020304" pitchFamily="18" charset="0"/>
                <a:cs typeface="Times New Roman" panose="02020603050405020304" pitchFamily="18" charset="0"/>
              </a:rPr>
              <a:t>THANK YOU </a:t>
            </a:r>
          </a:p>
          <a:p>
            <a:pPr algn="ctr"/>
            <a:r>
              <a:rPr lang="en-US" sz="9600" dirty="0">
                <a:solidFill>
                  <a:schemeClr val="bg2">
                    <a:lumMod val="90000"/>
                  </a:schemeClr>
                </a:solidFill>
                <a:latin typeface="Times New Roman" panose="02020603050405020304" pitchFamily="18" charset="0"/>
                <a:cs typeface="Times New Roman" panose="02020603050405020304" pitchFamily="18" charset="0"/>
              </a:rPr>
              <a:t>FOR </a:t>
            </a:r>
          </a:p>
          <a:p>
            <a:pPr algn="ctr"/>
            <a:r>
              <a:rPr lang="en-US" sz="9600" dirty="0">
                <a:solidFill>
                  <a:schemeClr val="bg2">
                    <a:lumMod val="90000"/>
                  </a:schemeClr>
                </a:solidFill>
                <a:latin typeface="Times New Roman" panose="02020603050405020304" pitchFamily="18" charset="0"/>
                <a:cs typeface="Times New Roman" panose="02020603050405020304" pitchFamily="18" charset="0"/>
              </a:rPr>
              <a:t>LISTENING.</a:t>
            </a:r>
          </a:p>
        </p:txBody>
      </p:sp>
    </p:spTree>
    <p:extLst>
      <p:ext uri="{BB962C8B-B14F-4D97-AF65-F5344CB8AC3E}">
        <p14:creationId xmlns:p14="http://schemas.microsoft.com/office/powerpoint/2010/main" val="937669048"/>
      </p:ext>
    </p:extLst>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2708</TotalTime>
  <Words>545</Words>
  <Application>Microsoft Office PowerPoint</Application>
  <PresentationFormat>Widescreen</PresentationFormat>
  <Paragraphs>95</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Times New Roman</vt:lpstr>
      <vt:lpstr>Wingdings</vt:lpstr>
      <vt:lpstr>Office Theme</vt:lpstr>
      <vt:lpstr>       WELCOME TO THE   DEFENSE OF  SOFTWARE ENGINEERING  CITEC-HITM</vt:lpstr>
      <vt:lpstr>THE UNIVERSITY OF BAMENDA  Uba  L’UNIVERSITE DE BAMENDA</vt:lpstr>
      <vt:lpstr>PowerPoint Presentation</vt:lpstr>
      <vt:lpstr>INTRODUCTION</vt:lpstr>
      <vt:lpstr>PowerPoint Presentation</vt:lpstr>
      <vt:lpstr>PROBLEM STATEMENT</vt:lpstr>
      <vt:lpstr>PowerPoint Presentation</vt:lpstr>
      <vt:lpstr>PROPOSED SOLUTION</vt:lpstr>
      <vt:lpstr>MATERIAL USED</vt:lpstr>
      <vt:lpstr>METHODOLOGY</vt:lpstr>
      <vt:lpstr>PowerPoint Presentation</vt:lpstr>
      <vt:lpstr>PowerPoint Presentation</vt:lpstr>
      <vt:lpstr>PowerPoint Presentation</vt:lpstr>
      <vt:lpstr>PowerPoint Presentation</vt:lpstr>
      <vt:lpstr>RECOMMNEDATIONS</vt:lpstr>
      <vt:lpstr>Future Works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Mr Dee</cp:lastModifiedBy>
  <cp:revision>40</cp:revision>
  <dcterms:created xsi:type="dcterms:W3CDTF">2022-04-06T20:46:44Z</dcterms:created>
  <dcterms:modified xsi:type="dcterms:W3CDTF">2023-08-27T23:03:27Z</dcterms:modified>
</cp:coreProperties>
</file>